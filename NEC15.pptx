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995"/>
    <p:restoredTop sz="94669"/>
  </p:normalViewPr>
  <p:slideViewPr>
    <p:cSldViewPr snapToGrid="0">
      <p:cViewPr varScale="1">
        <p:scale>
          <a:sx n="76" d="100"/>
          <a:sy n="76" d="100"/>
        </p:scale>
        <p:origin x="232" y="1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529549A-147F-490B-B1C5-DAF12E5104A8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2A5DB7E-8894-4DED-B519-790FFD1F3B16}">
      <dgm:prSet/>
      <dgm:spPr/>
      <dgm:t>
        <a:bodyPr/>
        <a:lstStyle/>
        <a:p>
          <a:r>
            <a:rPr lang="en-US" dirty="0"/>
            <a:t>Media was mostly consumed on cassettes, CD’s, DVD’s, vinyl records and VHS</a:t>
          </a:r>
        </a:p>
      </dgm:t>
    </dgm:pt>
    <dgm:pt modelId="{B429E192-AD09-403A-B634-2E1C3EC0C423}" type="parTrans" cxnId="{E69FE31D-11B8-44A6-9D83-5556A5AECB81}">
      <dgm:prSet/>
      <dgm:spPr/>
      <dgm:t>
        <a:bodyPr/>
        <a:lstStyle/>
        <a:p>
          <a:endParaRPr lang="en-US"/>
        </a:p>
      </dgm:t>
    </dgm:pt>
    <dgm:pt modelId="{A00EA1E5-3301-4AAD-8FDB-2B598A0F748E}" type="sibTrans" cxnId="{E69FE31D-11B8-44A6-9D83-5556A5AECB81}">
      <dgm:prSet/>
      <dgm:spPr/>
      <dgm:t>
        <a:bodyPr/>
        <a:lstStyle/>
        <a:p>
          <a:endParaRPr lang="en-US"/>
        </a:p>
      </dgm:t>
    </dgm:pt>
    <dgm:pt modelId="{C5D395E2-D7D3-4E46-8D9F-08D02D308D87}">
      <dgm:prSet/>
      <dgm:spPr/>
      <dgm:t>
        <a:bodyPr/>
        <a:lstStyle/>
        <a:p>
          <a:r>
            <a:rPr lang="en-US"/>
            <a:t>It was expensive and inconvenient for users</a:t>
          </a:r>
        </a:p>
      </dgm:t>
    </dgm:pt>
    <dgm:pt modelId="{08EC1C53-6905-4B96-8594-D4FBE973D000}" type="parTrans" cxnId="{88AAD49D-2DDE-426C-B995-3A2336B42A6F}">
      <dgm:prSet/>
      <dgm:spPr/>
      <dgm:t>
        <a:bodyPr/>
        <a:lstStyle/>
        <a:p>
          <a:endParaRPr lang="en-US"/>
        </a:p>
      </dgm:t>
    </dgm:pt>
    <dgm:pt modelId="{2B2C88D0-2841-448B-8CA2-2476E36C17B1}" type="sibTrans" cxnId="{88AAD49D-2DDE-426C-B995-3A2336B42A6F}">
      <dgm:prSet/>
      <dgm:spPr/>
      <dgm:t>
        <a:bodyPr/>
        <a:lstStyle/>
        <a:p>
          <a:endParaRPr lang="en-US"/>
        </a:p>
      </dgm:t>
    </dgm:pt>
    <dgm:pt modelId="{ADB3F868-1C26-4E77-810D-5274865C6A1F}">
      <dgm:prSet/>
      <dgm:spPr/>
      <dgm:t>
        <a:bodyPr/>
        <a:lstStyle/>
        <a:p>
          <a:r>
            <a:rPr lang="en-US" dirty="0"/>
            <a:t>Walkman, introduced in 1979, introduced the “mixtape culture” – similar to Playlists nowadays</a:t>
          </a:r>
        </a:p>
      </dgm:t>
    </dgm:pt>
    <dgm:pt modelId="{CF60B54A-2752-447D-8C5A-9B10F8F3733F}" type="parTrans" cxnId="{17D4B912-E633-4304-A72F-76D5CF9F3262}">
      <dgm:prSet/>
      <dgm:spPr/>
      <dgm:t>
        <a:bodyPr/>
        <a:lstStyle/>
        <a:p>
          <a:endParaRPr lang="en-US"/>
        </a:p>
      </dgm:t>
    </dgm:pt>
    <dgm:pt modelId="{92CF1092-E798-409B-A2B3-6A2E3CA4B819}" type="sibTrans" cxnId="{17D4B912-E633-4304-A72F-76D5CF9F3262}">
      <dgm:prSet/>
      <dgm:spPr/>
      <dgm:t>
        <a:bodyPr/>
        <a:lstStyle/>
        <a:p>
          <a:endParaRPr lang="en-US"/>
        </a:p>
      </dgm:t>
    </dgm:pt>
    <dgm:pt modelId="{37C18219-0C71-8D4F-88E1-F71D0DEDFAF7}" type="pres">
      <dgm:prSet presAssocID="{3529549A-147F-490B-B1C5-DAF12E5104A8}" presName="diagram" presStyleCnt="0">
        <dgm:presLayoutVars>
          <dgm:dir/>
          <dgm:resizeHandles val="exact"/>
        </dgm:presLayoutVars>
      </dgm:prSet>
      <dgm:spPr/>
    </dgm:pt>
    <dgm:pt modelId="{A97F7F1F-B42D-8E4D-AA81-30A07967C1E8}" type="pres">
      <dgm:prSet presAssocID="{62A5DB7E-8894-4DED-B519-790FFD1F3B16}" presName="node" presStyleLbl="node1" presStyleIdx="0" presStyleCnt="3" custLinFactNeighborX="7216" custLinFactNeighborY="-61615">
        <dgm:presLayoutVars>
          <dgm:bulletEnabled val="1"/>
        </dgm:presLayoutVars>
      </dgm:prSet>
      <dgm:spPr/>
    </dgm:pt>
    <dgm:pt modelId="{5F12C7C2-7816-F943-94DD-9FC69072E0C0}" type="pres">
      <dgm:prSet presAssocID="{A00EA1E5-3301-4AAD-8FDB-2B598A0F748E}" presName="sibTrans" presStyleLbl="sibTrans2D1" presStyleIdx="0" presStyleCnt="2"/>
      <dgm:spPr/>
    </dgm:pt>
    <dgm:pt modelId="{E352D3A3-BFF0-D446-9DDF-12310EB542DC}" type="pres">
      <dgm:prSet presAssocID="{A00EA1E5-3301-4AAD-8FDB-2B598A0F748E}" presName="connectorText" presStyleLbl="sibTrans2D1" presStyleIdx="0" presStyleCnt="2"/>
      <dgm:spPr/>
    </dgm:pt>
    <dgm:pt modelId="{3B128F38-FBD9-9E4C-BFD3-486BF821F44A}" type="pres">
      <dgm:prSet presAssocID="{C5D395E2-D7D3-4E46-8D9F-08D02D308D87}" presName="node" presStyleLbl="node1" presStyleIdx="1" presStyleCnt="3" custLinFactNeighborX="0" custLinFactNeighborY="-99355">
        <dgm:presLayoutVars>
          <dgm:bulletEnabled val="1"/>
        </dgm:presLayoutVars>
      </dgm:prSet>
      <dgm:spPr/>
    </dgm:pt>
    <dgm:pt modelId="{68291847-2827-4E4A-9A80-B1D80D5F2C6C}" type="pres">
      <dgm:prSet presAssocID="{2B2C88D0-2841-448B-8CA2-2476E36C17B1}" presName="sibTrans" presStyleLbl="sibTrans2D1" presStyleIdx="1" presStyleCnt="2"/>
      <dgm:spPr/>
    </dgm:pt>
    <dgm:pt modelId="{CB57EFD0-052D-C946-9D0F-FB08C04166E4}" type="pres">
      <dgm:prSet presAssocID="{2B2C88D0-2841-448B-8CA2-2476E36C17B1}" presName="connectorText" presStyleLbl="sibTrans2D1" presStyleIdx="1" presStyleCnt="2"/>
      <dgm:spPr/>
    </dgm:pt>
    <dgm:pt modelId="{3F7B7726-E60A-8A4A-857C-FE4507FA1A77}" type="pres">
      <dgm:prSet presAssocID="{ADB3F868-1C26-4E77-810D-5274865C6A1F}" presName="node" presStyleLbl="node1" presStyleIdx="2" presStyleCnt="3" custLinFactNeighborX="335" custLinFactNeighborY="-75595">
        <dgm:presLayoutVars>
          <dgm:bulletEnabled val="1"/>
        </dgm:presLayoutVars>
      </dgm:prSet>
      <dgm:spPr/>
    </dgm:pt>
  </dgm:ptLst>
  <dgm:cxnLst>
    <dgm:cxn modelId="{65D6D607-1C9D-4144-BDAD-29ACEF2301F9}" type="presOf" srcId="{62A5DB7E-8894-4DED-B519-790FFD1F3B16}" destId="{A97F7F1F-B42D-8E4D-AA81-30A07967C1E8}" srcOrd="0" destOrd="0" presId="urn:microsoft.com/office/officeart/2005/8/layout/process5"/>
    <dgm:cxn modelId="{17D4B912-E633-4304-A72F-76D5CF9F3262}" srcId="{3529549A-147F-490B-B1C5-DAF12E5104A8}" destId="{ADB3F868-1C26-4E77-810D-5274865C6A1F}" srcOrd="2" destOrd="0" parTransId="{CF60B54A-2752-447D-8C5A-9B10F8F3733F}" sibTransId="{92CF1092-E798-409B-A2B3-6A2E3CA4B819}"/>
    <dgm:cxn modelId="{E69FE31D-11B8-44A6-9D83-5556A5AECB81}" srcId="{3529549A-147F-490B-B1C5-DAF12E5104A8}" destId="{62A5DB7E-8894-4DED-B519-790FFD1F3B16}" srcOrd="0" destOrd="0" parTransId="{B429E192-AD09-403A-B634-2E1C3EC0C423}" sibTransId="{A00EA1E5-3301-4AAD-8FDB-2B598A0F748E}"/>
    <dgm:cxn modelId="{1A9B592A-2E6B-C842-8E41-E3C08375EBF4}" type="presOf" srcId="{ADB3F868-1C26-4E77-810D-5274865C6A1F}" destId="{3F7B7726-E60A-8A4A-857C-FE4507FA1A77}" srcOrd="0" destOrd="0" presId="urn:microsoft.com/office/officeart/2005/8/layout/process5"/>
    <dgm:cxn modelId="{220E9A3B-0551-EE42-9120-63ED46DA9328}" type="presOf" srcId="{2B2C88D0-2841-448B-8CA2-2476E36C17B1}" destId="{CB57EFD0-052D-C946-9D0F-FB08C04166E4}" srcOrd="1" destOrd="0" presId="urn:microsoft.com/office/officeart/2005/8/layout/process5"/>
    <dgm:cxn modelId="{2B292C63-10DF-BD48-B4CD-7E312CB82A8A}" type="presOf" srcId="{2B2C88D0-2841-448B-8CA2-2476E36C17B1}" destId="{68291847-2827-4E4A-9A80-B1D80D5F2C6C}" srcOrd="0" destOrd="0" presId="urn:microsoft.com/office/officeart/2005/8/layout/process5"/>
    <dgm:cxn modelId="{970F427E-38E5-8145-9011-B72E73721634}" type="presOf" srcId="{A00EA1E5-3301-4AAD-8FDB-2B598A0F748E}" destId="{E352D3A3-BFF0-D446-9DDF-12310EB542DC}" srcOrd="1" destOrd="0" presId="urn:microsoft.com/office/officeart/2005/8/layout/process5"/>
    <dgm:cxn modelId="{DE635095-1EF7-3249-869F-B8258A430BD1}" type="presOf" srcId="{C5D395E2-D7D3-4E46-8D9F-08D02D308D87}" destId="{3B128F38-FBD9-9E4C-BFD3-486BF821F44A}" srcOrd="0" destOrd="0" presId="urn:microsoft.com/office/officeart/2005/8/layout/process5"/>
    <dgm:cxn modelId="{88AAD49D-2DDE-426C-B995-3A2336B42A6F}" srcId="{3529549A-147F-490B-B1C5-DAF12E5104A8}" destId="{C5D395E2-D7D3-4E46-8D9F-08D02D308D87}" srcOrd="1" destOrd="0" parTransId="{08EC1C53-6905-4B96-8594-D4FBE973D000}" sibTransId="{2B2C88D0-2841-448B-8CA2-2476E36C17B1}"/>
    <dgm:cxn modelId="{C0F925C0-70A5-B042-8945-4EC0E93D193C}" type="presOf" srcId="{A00EA1E5-3301-4AAD-8FDB-2B598A0F748E}" destId="{5F12C7C2-7816-F943-94DD-9FC69072E0C0}" srcOrd="0" destOrd="0" presId="urn:microsoft.com/office/officeart/2005/8/layout/process5"/>
    <dgm:cxn modelId="{F70B0BF0-F3CB-5C4E-B98F-D3AD2F198249}" type="presOf" srcId="{3529549A-147F-490B-B1C5-DAF12E5104A8}" destId="{37C18219-0C71-8D4F-88E1-F71D0DEDFAF7}" srcOrd="0" destOrd="0" presId="urn:microsoft.com/office/officeart/2005/8/layout/process5"/>
    <dgm:cxn modelId="{5BCFEE88-6C70-D340-B31D-E59D1799091A}" type="presParOf" srcId="{37C18219-0C71-8D4F-88E1-F71D0DEDFAF7}" destId="{A97F7F1F-B42D-8E4D-AA81-30A07967C1E8}" srcOrd="0" destOrd="0" presId="urn:microsoft.com/office/officeart/2005/8/layout/process5"/>
    <dgm:cxn modelId="{CA21FEC6-37A4-8C42-8668-4AB535F3A343}" type="presParOf" srcId="{37C18219-0C71-8D4F-88E1-F71D0DEDFAF7}" destId="{5F12C7C2-7816-F943-94DD-9FC69072E0C0}" srcOrd="1" destOrd="0" presId="urn:microsoft.com/office/officeart/2005/8/layout/process5"/>
    <dgm:cxn modelId="{46841100-F351-A04D-AA64-849D6F901FD5}" type="presParOf" srcId="{5F12C7C2-7816-F943-94DD-9FC69072E0C0}" destId="{E352D3A3-BFF0-D446-9DDF-12310EB542DC}" srcOrd="0" destOrd="0" presId="urn:microsoft.com/office/officeart/2005/8/layout/process5"/>
    <dgm:cxn modelId="{69ED9050-B841-5D47-B121-CE9847F47578}" type="presParOf" srcId="{37C18219-0C71-8D4F-88E1-F71D0DEDFAF7}" destId="{3B128F38-FBD9-9E4C-BFD3-486BF821F44A}" srcOrd="2" destOrd="0" presId="urn:microsoft.com/office/officeart/2005/8/layout/process5"/>
    <dgm:cxn modelId="{2F1745A0-3B8F-5D4B-8707-9E829B33A82B}" type="presParOf" srcId="{37C18219-0C71-8D4F-88E1-F71D0DEDFAF7}" destId="{68291847-2827-4E4A-9A80-B1D80D5F2C6C}" srcOrd="3" destOrd="0" presId="urn:microsoft.com/office/officeart/2005/8/layout/process5"/>
    <dgm:cxn modelId="{F46B4E95-0F64-9345-BECA-E6E6C097B095}" type="presParOf" srcId="{68291847-2827-4E4A-9A80-B1D80D5F2C6C}" destId="{CB57EFD0-052D-C946-9D0F-FB08C04166E4}" srcOrd="0" destOrd="0" presId="urn:microsoft.com/office/officeart/2005/8/layout/process5"/>
    <dgm:cxn modelId="{9197FEB7-DC7F-F447-B3C8-069DA85902BD}" type="presParOf" srcId="{37C18219-0C71-8D4F-88E1-F71D0DEDFAF7}" destId="{3F7B7726-E60A-8A4A-857C-FE4507FA1A77}" srcOrd="4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1E74D17-32C1-40DB-9335-49B4C5DD9869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D85FF0C-1A13-4F2F-8E3A-24579211E9A2}">
      <dgm:prSet/>
      <dgm:spPr/>
      <dgm:t>
        <a:bodyPr/>
        <a:lstStyle/>
        <a:p>
          <a:r>
            <a:rPr lang="en-US"/>
            <a:t>Accessibility</a:t>
          </a:r>
        </a:p>
      </dgm:t>
    </dgm:pt>
    <dgm:pt modelId="{AB848588-DBF8-46E2-A80C-8426198ACD23}" type="parTrans" cxnId="{6EDF65D0-BE4E-43DE-9677-BB666E254A9F}">
      <dgm:prSet/>
      <dgm:spPr/>
      <dgm:t>
        <a:bodyPr/>
        <a:lstStyle/>
        <a:p>
          <a:endParaRPr lang="en-US"/>
        </a:p>
      </dgm:t>
    </dgm:pt>
    <dgm:pt modelId="{CAFD5C96-61B9-4850-9D29-9E1062BAF326}" type="sibTrans" cxnId="{6EDF65D0-BE4E-43DE-9677-BB666E254A9F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587B646A-5C19-49C6-876B-B275FD527FE3}">
      <dgm:prSet/>
      <dgm:spPr/>
      <dgm:t>
        <a:bodyPr/>
        <a:lstStyle/>
        <a:p>
          <a:r>
            <a:rPr lang="en-US"/>
            <a:t>COVID-19 accelerated streaming popularity</a:t>
          </a:r>
        </a:p>
      </dgm:t>
    </dgm:pt>
    <dgm:pt modelId="{35A6C768-AC09-41FB-B0E1-D373C6A25894}" type="parTrans" cxnId="{0C4DC125-D24E-49C3-9151-68E4368408E2}">
      <dgm:prSet/>
      <dgm:spPr/>
      <dgm:t>
        <a:bodyPr/>
        <a:lstStyle/>
        <a:p>
          <a:endParaRPr lang="en-US"/>
        </a:p>
      </dgm:t>
    </dgm:pt>
    <dgm:pt modelId="{8B15B291-5AD8-4ED0-824E-5468E9624BB8}" type="sibTrans" cxnId="{0C4DC125-D24E-49C3-9151-68E4368408E2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B67CFAD5-A28C-45C3-8966-62A38DE74981}">
      <dgm:prSet/>
      <dgm:spPr/>
      <dgm:t>
        <a:bodyPr/>
        <a:lstStyle/>
        <a:p>
          <a:r>
            <a:rPr lang="en-US"/>
            <a:t>Increase in piracy due to price hikes</a:t>
          </a:r>
        </a:p>
      </dgm:t>
    </dgm:pt>
    <dgm:pt modelId="{057AE6FD-1598-41A4-8F91-0A68A800E4D0}" type="parTrans" cxnId="{619D3DD5-77B2-4B23-B0C5-9CE34FF82914}">
      <dgm:prSet/>
      <dgm:spPr/>
      <dgm:t>
        <a:bodyPr/>
        <a:lstStyle/>
        <a:p>
          <a:endParaRPr lang="en-US"/>
        </a:p>
      </dgm:t>
    </dgm:pt>
    <dgm:pt modelId="{4CDC6898-867A-4FF7-AAAB-FFEEDBF4FFBF}" type="sibTrans" cxnId="{619D3DD5-77B2-4B23-B0C5-9CE34FF82914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8311768B-6390-4C16-BB0E-739748C85270}">
      <dgm:prSet/>
      <dgm:spPr/>
      <dgm:t>
        <a:bodyPr/>
        <a:lstStyle/>
        <a:p>
          <a:r>
            <a:rPr lang="en-US"/>
            <a:t>Platform loyalty through original series</a:t>
          </a:r>
        </a:p>
      </dgm:t>
    </dgm:pt>
    <dgm:pt modelId="{17F724A9-1ACC-486D-B998-1F55AC946D6F}" type="parTrans" cxnId="{2C282DFD-7222-4AA5-99BB-81F88757D8C9}">
      <dgm:prSet/>
      <dgm:spPr/>
      <dgm:t>
        <a:bodyPr/>
        <a:lstStyle/>
        <a:p>
          <a:endParaRPr lang="en-US"/>
        </a:p>
      </dgm:t>
    </dgm:pt>
    <dgm:pt modelId="{54809C06-AAB2-477F-8758-1B6ED8A7BC73}" type="sibTrans" cxnId="{2C282DFD-7222-4AA5-99BB-81F88757D8C9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B42A5385-D897-431B-A2CC-DBB2976D5179}">
      <dgm:prSet/>
      <dgm:spPr/>
      <dgm:t>
        <a:bodyPr/>
        <a:lstStyle/>
        <a:p>
          <a:r>
            <a:rPr lang="en-US"/>
            <a:t>Reduced demand of physical media</a:t>
          </a:r>
        </a:p>
      </dgm:t>
    </dgm:pt>
    <dgm:pt modelId="{30912DC1-0DB5-48B1-B755-CBA1767B93B0}" type="parTrans" cxnId="{EE83ED7F-6EF0-4DAA-9AAD-90CDD1CD4EE8}">
      <dgm:prSet/>
      <dgm:spPr/>
      <dgm:t>
        <a:bodyPr/>
        <a:lstStyle/>
        <a:p>
          <a:endParaRPr lang="en-US"/>
        </a:p>
      </dgm:t>
    </dgm:pt>
    <dgm:pt modelId="{48B21EF2-DB62-4809-9197-FEDD4FF03126}" type="sibTrans" cxnId="{EE83ED7F-6EF0-4DAA-9AAD-90CDD1CD4EE8}">
      <dgm:prSet phldrT="05" phldr="0"/>
      <dgm:spPr/>
      <dgm:t>
        <a:bodyPr/>
        <a:lstStyle/>
        <a:p>
          <a:r>
            <a:rPr lang="en-US"/>
            <a:t>05</a:t>
          </a:r>
        </a:p>
      </dgm:t>
    </dgm:pt>
    <dgm:pt modelId="{2116BAC5-5607-AD4E-A79E-96F989F6E7FE}" type="pres">
      <dgm:prSet presAssocID="{71E74D17-32C1-40DB-9335-49B4C5DD9869}" presName="Name0" presStyleCnt="0">
        <dgm:presLayoutVars>
          <dgm:animLvl val="lvl"/>
          <dgm:resizeHandles val="exact"/>
        </dgm:presLayoutVars>
      </dgm:prSet>
      <dgm:spPr/>
    </dgm:pt>
    <dgm:pt modelId="{48C108DE-0ECA-5044-8588-D1FC29AF426D}" type="pres">
      <dgm:prSet presAssocID="{2D85FF0C-1A13-4F2F-8E3A-24579211E9A2}" presName="compositeNode" presStyleCnt="0">
        <dgm:presLayoutVars>
          <dgm:bulletEnabled val="1"/>
        </dgm:presLayoutVars>
      </dgm:prSet>
      <dgm:spPr/>
    </dgm:pt>
    <dgm:pt modelId="{E6AF8508-21FA-084A-BC1E-B08AA82E6B5F}" type="pres">
      <dgm:prSet presAssocID="{2D85FF0C-1A13-4F2F-8E3A-24579211E9A2}" presName="bgRect" presStyleLbl="alignNode1" presStyleIdx="0" presStyleCnt="5"/>
      <dgm:spPr/>
    </dgm:pt>
    <dgm:pt modelId="{008AF6EB-101C-8F4D-8D7C-04BF40D4FEBB}" type="pres">
      <dgm:prSet presAssocID="{CAFD5C96-61B9-4850-9D29-9E1062BAF326}" presName="sibTransNodeRect" presStyleLbl="alignNode1" presStyleIdx="0" presStyleCnt="5">
        <dgm:presLayoutVars>
          <dgm:chMax val="0"/>
          <dgm:bulletEnabled val="1"/>
        </dgm:presLayoutVars>
      </dgm:prSet>
      <dgm:spPr/>
    </dgm:pt>
    <dgm:pt modelId="{B8A9D1EE-EF9C-6148-B878-40638F5C3C18}" type="pres">
      <dgm:prSet presAssocID="{2D85FF0C-1A13-4F2F-8E3A-24579211E9A2}" presName="nodeRect" presStyleLbl="alignNode1" presStyleIdx="0" presStyleCnt="5">
        <dgm:presLayoutVars>
          <dgm:bulletEnabled val="1"/>
        </dgm:presLayoutVars>
      </dgm:prSet>
      <dgm:spPr/>
    </dgm:pt>
    <dgm:pt modelId="{4E4B0BD6-7D51-3A49-91C3-18D0462240A2}" type="pres">
      <dgm:prSet presAssocID="{CAFD5C96-61B9-4850-9D29-9E1062BAF326}" presName="sibTrans" presStyleCnt="0"/>
      <dgm:spPr/>
    </dgm:pt>
    <dgm:pt modelId="{77C84FD9-8461-9F41-9771-C3701A5879CA}" type="pres">
      <dgm:prSet presAssocID="{587B646A-5C19-49C6-876B-B275FD527FE3}" presName="compositeNode" presStyleCnt="0">
        <dgm:presLayoutVars>
          <dgm:bulletEnabled val="1"/>
        </dgm:presLayoutVars>
      </dgm:prSet>
      <dgm:spPr/>
    </dgm:pt>
    <dgm:pt modelId="{D362F117-9B78-E24F-87FD-58A3F9A6CF11}" type="pres">
      <dgm:prSet presAssocID="{587B646A-5C19-49C6-876B-B275FD527FE3}" presName="bgRect" presStyleLbl="alignNode1" presStyleIdx="1" presStyleCnt="5"/>
      <dgm:spPr/>
    </dgm:pt>
    <dgm:pt modelId="{7EAD27D4-D6E5-3248-9F20-6BFC7B07B06B}" type="pres">
      <dgm:prSet presAssocID="{8B15B291-5AD8-4ED0-824E-5468E9624BB8}" presName="sibTransNodeRect" presStyleLbl="alignNode1" presStyleIdx="1" presStyleCnt="5">
        <dgm:presLayoutVars>
          <dgm:chMax val="0"/>
          <dgm:bulletEnabled val="1"/>
        </dgm:presLayoutVars>
      </dgm:prSet>
      <dgm:spPr/>
    </dgm:pt>
    <dgm:pt modelId="{8300AF97-3DB1-C34B-B63F-302B06FD5733}" type="pres">
      <dgm:prSet presAssocID="{587B646A-5C19-49C6-876B-B275FD527FE3}" presName="nodeRect" presStyleLbl="alignNode1" presStyleIdx="1" presStyleCnt="5">
        <dgm:presLayoutVars>
          <dgm:bulletEnabled val="1"/>
        </dgm:presLayoutVars>
      </dgm:prSet>
      <dgm:spPr/>
    </dgm:pt>
    <dgm:pt modelId="{9F157B0B-6E9D-184F-AA5B-BBD938A86259}" type="pres">
      <dgm:prSet presAssocID="{8B15B291-5AD8-4ED0-824E-5468E9624BB8}" presName="sibTrans" presStyleCnt="0"/>
      <dgm:spPr/>
    </dgm:pt>
    <dgm:pt modelId="{48AB696C-24D8-724D-8F2F-81F591F56890}" type="pres">
      <dgm:prSet presAssocID="{B67CFAD5-A28C-45C3-8966-62A38DE74981}" presName="compositeNode" presStyleCnt="0">
        <dgm:presLayoutVars>
          <dgm:bulletEnabled val="1"/>
        </dgm:presLayoutVars>
      </dgm:prSet>
      <dgm:spPr/>
    </dgm:pt>
    <dgm:pt modelId="{F852BACF-B6B2-B748-8DE0-CD7BF8DFBE45}" type="pres">
      <dgm:prSet presAssocID="{B67CFAD5-A28C-45C3-8966-62A38DE74981}" presName="bgRect" presStyleLbl="alignNode1" presStyleIdx="2" presStyleCnt="5"/>
      <dgm:spPr/>
    </dgm:pt>
    <dgm:pt modelId="{AAF28E41-9565-5842-861A-2F79A9945C98}" type="pres">
      <dgm:prSet presAssocID="{4CDC6898-867A-4FF7-AAAB-FFEEDBF4FFBF}" presName="sibTransNodeRect" presStyleLbl="alignNode1" presStyleIdx="2" presStyleCnt="5">
        <dgm:presLayoutVars>
          <dgm:chMax val="0"/>
          <dgm:bulletEnabled val="1"/>
        </dgm:presLayoutVars>
      </dgm:prSet>
      <dgm:spPr/>
    </dgm:pt>
    <dgm:pt modelId="{AAF72317-3BCD-884A-92D9-0EAC0E1CBDB8}" type="pres">
      <dgm:prSet presAssocID="{B67CFAD5-A28C-45C3-8966-62A38DE74981}" presName="nodeRect" presStyleLbl="alignNode1" presStyleIdx="2" presStyleCnt="5">
        <dgm:presLayoutVars>
          <dgm:bulletEnabled val="1"/>
        </dgm:presLayoutVars>
      </dgm:prSet>
      <dgm:spPr/>
    </dgm:pt>
    <dgm:pt modelId="{9EF727B4-E16E-3D46-A51C-CAA7A27AB3AE}" type="pres">
      <dgm:prSet presAssocID="{4CDC6898-867A-4FF7-AAAB-FFEEDBF4FFBF}" presName="sibTrans" presStyleCnt="0"/>
      <dgm:spPr/>
    </dgm:pt>
    <dgm:pt modelId="{DABFA330-DEBD-0043-ACD1-86AC96D2E3D3}" type="pres">
      <dgm:prSet presAssocID="{8311768B-6390-4C16-BB0E-739748C85270}" presName="compositeNode" presStyleCnt="0">
        <dgm:presLayoutVars>
          <dgm:bulletEnabled val="1"/>
        </dgm:presLayoutVars>
      </dgm:prSet>
      <dgm:spPr/>
    </dgm:pt>
    <dgm:pt modelId="{883CC60E-E7FB-144A-9044-F3FA1C61C522}" type="pres">
      <dgm:prSet presAssocID="{8311768B-6390-4C16-BB0E-739748C85270}" presName="bgRect" presStyleLbl="alignNode1" presStyleIdx="3" presStyleCnt="5"/>
      <dgm:spPr/>
    </dgm:pt>
    <dgm:pt modelId="{CE03AFCD-BADC-A64F-BF4F-9675E13B1EF0}" type="pres">
      <dgm:prSet presAssocID="{54809C06-AAB2-477F-8758-1B6ED8A7BC73}" presName="sibTransNodeRect" presStyleLbl="alignNode1" presStyleIdx="3" presStyleCnt="5">
        <dgm:presLayoutVars>
          <dgm:chMax val="0"/>
          <dgm:bulletEnabled val="1"/>
        </dgm:presLayoutVars>
      </dgm:prSet>
      <dgm:spPr/>
    </dgm:pt>
    <dgm:pt modelId="{892C13B1-C1F3-1144-8730-130BF6BF4415}" type="pres">
      <dgm:prSet presAssocID="{8311768B-6390-4C16-BB0E-739748C85270}" presName="nodeRect" presStyleLbl="alignNode1" presStyleIdx="3" presStyleCnt="5">
        <dgm:presLayoutVars>
          <dgm:bulletEnabled val="1"/>
        </dgm:presLayoutVars>
      </dgm:prSet>
      <dgm:spPr/>
    </dgm:pt>
    <dgm:pt modelId="{0E31803F-4849-7C4C-A0EF-64128D7ECA63}" type="pres">
      <dgm:prSet presAssocID="{54809C06-AAB2-477F-8758-1B6ED8A7BC73}" presName="sibTrans" presStyleCnt="0"/>
      <dgm:spPr/>
    </dgm:pt>
    <dgm:pt modelId="{212C85DF-232E-9C4D-8632-C9B8774AC51B}" type="pres">
      <dgm:prSet presAssocID="{B42A5385-D897-431B-A2CC-DBB2976D5179}" presName="compositeNode" presStyleCnt="0">
        <dgm:presLayoutVars>
          <dgm:bulletEnabled val="1"/>
        </dgm:presLayoutVars>
      </dgm:prSet>
      <dgm:spPr/>
    </dgm:pt>
    <dgm:pt modelId="{B86C0EDD-1134-6D47-BD25-34566A4AC637}" type="pres">
      <dgm:prSet presAssocID="{B42A5385-D897-431B-A2CC-DBB2976D5179}" presName="bgRect" presStyleLbl="alignNode1" presStyleIdx="4" presStyleCnt="5"/>
      <dgm:spPr/>
    </dgm:pt>
    <dgm:pt modelId="{B304EFC9-2DB5-8540-919B-B0D521F221EC}" type="pres">
      <dgm:prSet presAssocID="{48B21EF2-DB62-4809-9197-FEDD4FF03126}" presName="sibTransNodeRect" presStyleLbl="alignNode1" presStyleIdx="4" presStyleCnt="5">
        <dgm:presLayoutVars>
          <dgm:chMax val="0"/>
          <dgm:bulletEnabled val="1"/>
        </dgm:presLayoutVars>
      </dgm:prSet>
      <dgm:spPr/>
    </dgm:pt>
    <dgm:pt modelId="{F99F09CA-FF31-1145-AA87-01B74946D529}" type="pres">
      <dgm:prSet presAssocID="{B42A5385-D897-431B-A2CC-DBB2976D5179}" presName="nodeRect" presStyleLbl="alignNode1" presStyleIdx="4" presStyleCnt="5">
        <dgm:presLayoutVars>
          <dgm:bulletEnabled val="1"/>
        </dgm:presLayoutVars>
      </dgm:prSet>
      <dgm:spPr/>
    </dgm:pt>
  </dgm:ptLst>
  <dgm:cxnLst>
    <dgm:cxn modelId="{E4AAF716-5369-0F47-ABE7-86544862EAD1}" type="presOf" srcId="{B42A5385-D897-431B-A2CC-DBB2976D5179}" destId="{B86C0EDD-1134-6D47-BD25-34566A4AC637}" srcOrd="0" destOrd="0" presId="urn:microsoft.com/office/officeart/2016/7/layout/LinearBlockProcessNumbered"/>
    <dgm:cxn modelId="{3C550D19-2398-524A-9EE5-FBC879D3E153}" type="presOf" srcId="{71E74D17-32C1-40DB-9335-49B4C5DD9869}" destId="{2116BAC5-5607-AD4E-A79E-96F989F6E7FE}" srcOrd="0" destOrd="0" presId="urn:microsoft.com/office/officeart/2016/7/layout/LinearBlockProcessNumbered"/>
    <dgm:cxn modelId="{0C4DC125-D24E-49C3-9151-68E4368408E2}" srcId="{71E74D17-32C1-40DB-9335-49B4C5DD9869}" destId="{587B646A-5C19-49C6-876B-B275FD527FE3}" srcOrd="1" destOrd="0" parTransId="{35A6C768-AC09-41FB-B0E1-D373C6A25894}" sibTransId="{8B15B291-5AD8-4ED0-824E-5468E9624BB8}"/>
    <dgm:cxn modelId="{EF3B8C26-F85A-644C-8D5F-0D6C1C8245B7}" type="presOf" srcId="{B42A5385-D897-431B-A2CC-DBB2976D5179}" destId="{F99F09CA-FF31-1145-AA87-01B74946D529}" srcOrd="1" destOrd="0" presId="urn:microsoft.com/office/officeart/2016/7/layout/LinearBlockProcessNumbered"/>
    <dgm:cxn modelId="{0FE7BA40-98B0-5D41-8420-9CEBEA011097}" type="presOf" srcId="{8B15B291-5AD8-4ED0-824E-5468E9624BB8}" destId="{7EAD27D4-D6E5-3248-9F20-6BFC7B07B06B}" srcOrd="0" destOrd="0" presId="urn:microsoft.com/office/officeart/2016/7/layout/LinearBlockProcessNumbered"/>
    <dgm:cxn modelId="{5B0DEB48-996A-BB46-8CF7-4D5E455C7764}" type="presOf" srcId="{2D85FF0C-1A13-4F2F-8E3A-24579211E9A2}" destId="{B8A9D1EE-EF9C-6148-B878-40638F5C3C18}" srcOrd="1" destOrd="0" presId="urn:microsoft.com/office/officeart/2016/7/layout/LinearBlockProcessNumbered"/>
    <dgm:cxn modelId="{73DB3F57-C691-5E4F-957C-C57F7896CAD1}" type="presOf" srcId="{587B646A-5C19-49C6-876B-B275FD527FE3}" destId="{D362F117-9B78-E24F-87FD-58A3F9A6CF11}" srcOrd="0" destOrd="0" presId="urn:microsoft.com/office/officeart/2016/7/layout/LinearBlockProcessNumbered"/>
    <dgm:cxn modelId="{213BD265-2D78-A64C-9EBC-26F896973F7B}" type="presOf" srcId="{4CDC6898-867A-4FF7-AAAB-FFEEDBF4FFBF}" destId="{AAF28E41-9565-5842-861A-2F79A9945C98}" srcOrd="0" destOrd="0" presId="urn:microsoft.com/office/officeart/2016/7/layout/LinearBlockProcessNumbered"/>
    <dgm:cxn modelId="{D1A0F466-E073-3447-837B-E5B3342E2790}" type="presOf" srcId="{8311768B-6390-4C16-BB0E-739748C85270}" destId="{892C13B1-C1F3-1144-8730-130BF6BF4415}" srcOrd="1" destOrd="0" presId="urn:microsoft.com/office/officeart/2016/7/layout/LinearBlockProcessNumbered"/>
    <dgm:cxn modelId="{33984073-068D-1841-AC2D-B63F6BC7B20E}" type="presOf" srcId="{48B21EF2-DB62-4809-9197-FEDD4FF03126}" destId="{B304EFC9-2DB5-8540-919B-B0D521F221EC}" srcOrd="0" destOrd="0" presId="urn:microsoft.com/office/officeart/2016/7/layout/LinearBlockProcessNumbered"/>
    <dgm:cxn modelId="{CC060B7A-40BF-244A-B13B-2E41EBA1DA9A}" type="presOf" srcId="{54809C06-AAB2-477F-8758-1B6ED8A7BC73}" destId="{CE03AFCD-BADC-A64F-BF4F-9675E13B1EF0}" srcOrd="0" destOrd="0" presId="urn:microsoft.com/office/officeart/2016/7/layout/LinearBlockProcessNumbered"/>
    <dgm:cxn modelId="{EE83ED7F-6EF0-4DAA-9AAD-90CDD1CD4EE8}" srcId="{71E74D17-32C1-40DB-9335-49B4C5DD9869}" destId="{B42A5385-D897-431B-A2CC-DBB2976D5179}" srcOrd="4" destOrd="0" parTransId="{30912DC1-0DB5-48B1-B755-CBA1767B93B0}" sibTransId="{48B21EF2-DB62-4809-9197-FEDD4FF03126}"/>
    <dgm:cxn modelId="{DB4B0880-F196-EC4D-A622-15201B3A797A}" type="presOf" srcId="{B67CFAD5-A28C-45C3-8966-62A38DE74981}" destId="{F852BACF-B6B2-B748-8DE0-CD7BF8DFBE45}" srcOrd="0" destOrd="0" presId="urn:microsoft.com/office/officeart/2016/7/layout/LinearBlockProcessNumbered"/>
    <dgm:cxn modelId="{A664DDA8-8F36-114B-90EA-0B75FB614FDF}" type="presOf" srcId="{CAFD5C96-61B9-4850-9D29-9E1062BAF326}" destId="{008AF6EB-101C-8F4D-8D7C-04BF40D4FEBB}" srcOrd="0" destOrd="0" presId="urn:microsoft.com/office/officeart/2016/7/layout/LinearBlockProcessNumbered"/>
    <dgm:cxn modelId="{79B7BDA9-9007-2346-AAAE-F1F551F55435}" type="presOf" srcId="{2D85FF0C-1A13-4F2F-8E3A-24579211E9A2}" destId="{E6AF8508-21FA-084A-BC1E-B08AA82E6B5F}" srcOrd="0" destOrd="0" presId="urn:microsoft.com/office/officeart/2016/7/layout/LinearBlockProcessNumbered"/>
    <dgm:cxn modelId="{66ACC0AE-3553-EA4C-83D8-215E4C371C6C}" type="presOf" srcId="{8311768B-6390-4C16-BB0E-739748C85270}" destId="{883CC60E-E7FB-144A-9044-F3FA1C61C522}" srcOrd="0" destOrd="0" presId="urn:microsoft.com/office/officeart/2016/7/layout/LinearBlockProcessNumbered"/>
    <dgm:cxn modelId="{AEB905B3-243F-9548-8625-390193275389}" type="presOf" srcId="{587B646A-5C19-49C6-876B-B275FD527FE3}" destId="{8300AF97-3DB1-C34B-B63F-302B06FD5733}" srcOrd="1" destOrd="0" presId="urn:microsoft.com/office/officeart/2016/7/layout/LinearBlockProcessNumbered"/>
    <dgm:cxn modelId="{D77A4DBC-EE8C-D245-9823-0BF47B70D963}" type="presOf" srcId="{B67CFAD5-A28C-45C3-8966-62A38DE74981}" destId="{AAF72317-3BCD-884A-92D9-0EAC0E1CBDB8}" srcOrd="1" destOrd="0" presId="urn:microsoft.com/office/officeart/2016/7/layout/LinearBlockProcessNumbered"/>
    <dgm:cxn modelId="{6EDF65D0-BE4E-43DE-9677-BB666E254A9F}" srcId="{71E74D17-32C1-40DB-9335-49B4C5DD9869}" destId="{2D85FF0C-1A13-4F2F-8E3A-24579211E9A2}" srcOrd="0" destOrd="0" parTransId="{AB848588-DBF8-46E2-A80C-8426198ACD23}" sibTransId="{CAFD5C96-61B9-4850-9D29-9E1062BAF326}"/>
    <dgm:cxn modelId="{619D3DD5-77B2-4B23-B0C5-9CE34FF82914}" srcId="{71E74D17-32C1-40DB-9335-49B4C5DD9869}" destId="{B67CFAD5-A28C-45C3-8966-62A38DE74981}" srcOrd="2" destOrd="0" parTransId="{057AE6FD-1598-41A4-8F91-0A68A800E4D0}" sibTransId="{4CDC6898-867A-4FF7-AAAB-FFEEDBF4FFBF}"/>
    <dgm:cxn modelId="{2C282DFD-7222-4AA5-99BB-81F88757D8C9}" srcId="{71E74D17-32C1-40DB-9335-49B4C5DD9869}" destId="{8311768B-6390-4C16-BB0E-739748C85270}" srcOrd="3" destOrd="0" parTransId="{17F724A9-1ACC-486D-B998-1F55AC946D6F}" sibTransId="{54809C06-AAB2-477F-8758-1B6ED8A7BC73}"/>
    <dgm:cxn modelId="{3CDF2C08-A33A-5B42-A874-BB3089EA9E60}" type="presParOf" srcId="{2116BAC5-5607-AD4E-A79E-96F989F6E7FE}" destId="{48C108DE-0ECA-5044-8588-D1FC29AF426D}" srcOrd="0" destOrd="0" presId="urn:microsoft.com/office/officeart/2016/7/layout/LinearBlockProcessNumbered"/>
    <dgm:cxn modelId="{0C6A90FA-CBED-7545-AEE2-DFC35723F9F6}" type="presParOf" srcId="{48C108DE-0ECA-5044-8588-D1FC29AF426D}" destId="{E6AF8508-21FA-084A-BC1E-B08AA82E6B5F}" srcOrd="0" destOrd="0" presId="urn:microsoft.com/office/officeart/2016/7/layout/LinearBlockProcessNumbered"/>
    <dgm:cxn modelId="{00ABA512-78D8-7747-BCAB-157FC4DFD7DB}" type="presParOf" srcId="{48C108DE-0ECA-5044-8588-D1FC29AF426D}" destId="{008AF6EB-101C-8F4D-8D7C-04BF40D4FEBB}" srcOrd="1" destOrd="0" presId="urn:microsoft.com/office/officeart/2016/7/layout/LinearBlockProcessNumbered"/>
    <dgm:cxn modelId="{16749A70-51FF-104A-9F2A-3CD37A58CBB1}" type="presParOf" srcId="{48C108DE-0ECA-5044-8588-D1FC29AF426D}" destId="{B8A9D1EE-EF9C-6148-B878-40638F5C3C18}" srcOrd="2" destOrd="0" presId="urn:microsoft.com/office/officeart/2016/7/layout/LinearBlockProcessNumbered"/>
    <dgm:cxn modelId="{D67EE180-5BE8-A54A-AA20-A7308AFCECA9}" type="presParOf" srcId="{2116BAC5-5607-AD4E-A79E-96F989F6E7FE}" destId="{4E4B0BD6-7D51-3A49-91C3-18D0462240A2}" srcOrd="1" destOrd="0" presId="urn:microsoft.com/office/officeart/2016/7/layout/LinearBlockProcessNumbered"/>
    <dgm:cxn modelId="{5CF90401-BAC4-3E42-B53F-74A6A0BE620F}" type="presParOf" srcId="{2116BAC5-5607-AD4E-A79E-96F989F6E7FE}" destId="{77C84FD9-8461-9F41-9771-C3701A5879CA}" srcOrd="2" destOrd="0" presId="urn:microsoft.com/office/officeart/2016/7/layout/LinearBlockProcessNumbered"/>
    <dgm:cxn modelId="{7DB2C28E-71BF-5648-BA02-13AFA34C9DE3}" type="presParOf" srcId="{77C84FD9-8461-9F41-9771-C3701A5879CA}" destId="{D362F117-9B78-E24F-87FD-58A3F9A6CF11}" srcOrd="0" destOrd="0" presId="urn:microsoft.com/office/officeart/2016/7/layout/LinearBlockProcessNumbered"/>
    <dgm:cxn modelId="{94698007-FF74-EC40-94A9-755030BB63E6}" type="presParOf" srcId="{77C84FD9-8461-9F41-9771-C3701A5879CA}" destId="{7EAD27D4-D6E5-3248-9F20-6BFC7B07B06B}" srcOrd="1" destOrd="0" presId="urn:microsoft.com/office/officeart/2016/7/layout/LinearBlockProcessNumbered"/>
    <dgm:cxn modelId="{19C1F0C8-2DC5-9142-959E-4CE40FE1037D}" type="presParOf" srcId="{77C84FD9-8461-9F41-9771-C3701A5879CA}" destId="{8300AF97-3DB1-C34B-B63F-302B06FD5733}" srcOrd="2" destOrd="0" presId="urn:microsoft.com/office/officeart/2016/7/layout/LinearBlockProcessNumbered"/>
    <dgm:cxn modelId="{796A92B8-439F-3C49-A308-945CD9C66A7A}" type="presParOf" srcId="{2116BAC5-5607-AD4E-A79E-96F989F6E7FE}" destId="{9F157B0B-6E9D-184F-AA5B-BBD938A86259}" srcOrd="3" destOrd="0" presId="urn:microsoft.com/office/officeart/2016/7/layout/LinearBlockProcessNumbered"/>
    <dgm:cxn modelId="{3E0A72E7-51A6-CB4F-9048-5135CE727FB3}" type="presParOf" srcId="{2116BAC5-5607-AD4E-A79E-96F989F6E7FE}" destId="{48AB696C-24D8-724D-8F2F-81F591F56890}" srcOrd="4" destOrd="0" presId="urn:microsoft.com/office/officeart/2016/7/layout/LinearBlockProcessNumbered"/>
    <dgm:cxn modelId="{94DC542E-33BD-7949-8A6A-74D8D1C213AA}" type="presParOf" srcId="{48AB696C-24D8-724D-8F2F-81F591F56890}" destId="{F852BACF-B6B2-B748-8DE0-CD7BF8DFBE45}" srcOrd="0" destOrd="0" presId="urn:microsoft.com/office/officeart/2016/7/layout/LinearBlockProcessNumbered"/>
    <dgm:cxn modelId="{BD254B40-CF3E-4B4F-9898-959F837D8596}" type="presParOf" srcId="{48AB696C-24D8-724D-8F2F-81F591F56890}" destId="{AAF28E41-9565-5842-861A-2F79A9945C98}" srcOrd="1" destOrd="0" presId="urn:microsoft.com/office/officeart/2016/7/layout/LinearBlockProcessNumbered"/>
    <dgm:cxn modelId="{B01FAC0B-0AC8-804E-A5C7-DAEDF5754C16}" type="presParOf" srcId="{48AB696C-24D8-724D-8F2F-81F591F56890}" destId="{AAF72317-3BCD-884A-92D9-0EAC0E1CBDB8}" srcOrd="2" destOrd="0" presId="urn:microsoft.com/office/officeart/2016/7/layout/LinearBlockProcessNumbered"/>
    <dgm:cxn modelId="{BC8C6FD2-822E-5546-9351-8058C3D7720D}" type="presParOf" srcId="{2116BAC5-5607-AD4E-A79E-96F989F6E7FE}" destId="{9EF727B4-E16E-3D46-A51C-CAA7A27AB3AE}" srcOrd="5" destOrd="0" presId="urn:microsoft.com/office/officeart/2016/7/layout/LinearBlockProcessNumbered"/>
    <dgm:cxn modelId="{6B93E4E2-576D-B14F-9717-7A5F0911D068}" type="presParOf" srcId="{2116BAC5-5607-AD4E-A79E-96F989F6E7FE}" destId="{DABFA330-DEBD-0043-ACD1-86AC96D2E3D3}" srcOrd="6" destOrd="0" presId="urn:microsoft.com/office/officeart/2016/7/layout/LinearBlockProcessNumbered"/>
    <dgm:cxn modelId="{AB2FCD21-1E59-FF4A-BC67-5931F7A83751}" type="presParOf" srcId="{DABFA330-DEBD-0043-ACD1-86AC96D2E3D3}" destId="{883CC60E-E7FB-144A-9044-F3FA1C61C522}" srcOrd="0" destOrd="0" presId="urn:microsoft.com/office/officeart/2016/7/layout/LinearBlockProcessNumbered"/>
    <dgm:cxn modelId="{74F6DF28-7017-D84B-9B19-EA8483F1DC5E}" type="presParOf" srcId="{DABFA330-DEBD-0043-ACD1-86AC96D2E3D3}" destId="{CE03AFCD-BADC-A64F-BF4F-9675E13B1EF0}" srcOrd="1" destOrd="0" presId="urn:microsoft.com/office/officeart/2016/7/layout/LinearBlockProcessNumbered"/>
    <dgm:cxn modelId="{88E5C88B-631F-A944-A307-3C4FF30C94BB}" type="presParOf" srcId="{DABFA330-DEBD-0043-ACD1-86AC96D2E3D3}" destId="{892C13B1-C1F3-1144-8730-130BF6BF4415}" srcOrd="2" destOrd="0" presId="urn:microsoft.com/office/officeart/2016/7/layout/LinearBlockProcessNumbered"/>
    <dgm:cxn modelId="{E6CC99CB-386D-D745-B63C-4342D3DD93AC}" type="presParOf" srcId="{2116BAC5-5607-AD4E-A79E-96F989F6E7FE}" destId="{0E31803F-4849-7C4C-A0EF-64128D7ECA63}" srcOrd="7" destOrd="0" presId="urn:microsoft.com/office/officeart/2016/7/layout/LinearBlockProcessNumbered"/>
    <dgm:cxn modelId="{17A03C8C-4081-7247-8028-E783F8B5D12D}" type="presParOf" srcId="{2116BAC5-5607-AD4E-A79E-96F989F6E7FE}" destId="{212C85DF-232E-9C4D-8632-C9B8774AC51B}" srcOrd="8" destOrd="0" presId="urn:microsoft.com/office/officeart/2016/7/layout/LinearBlockProcessNumbered"/>
    <dgm:cxn modelId="{4300703E-D1B3-734D-8845-FAB7F13A4FD0}" type="presParOf" srcId="{212C85DF-232E-9C4D-8632-C9B8774AC51B}" destId="{B86C0EDD-1134-6D47-BD25-34566A4AC637}" srcOrd="0" destOrd="0" presId="urn:microsoft.com/office/officeart/2016/7/layout/LinearBlockProcessNumbered"/>
    <dgm:cxn modelId="{C09423DB-CEB0-994F-9AC2-EF23D4A8DFB5}" type="presParOf" srcId="{212C85DF-232E-9C4D-8632-C9B8774AC51B}" destId="{B304EFC9-2DB5-8540-919B-B0D521F221EC}" srcOrd="1" destOrd="0" presId="urn:microsoft.com/office/officeart/2016/7/layout/LinearBlockProcessNumbered"/>
    <dgm:cxn modelId="{6BC70C0C-8C12-AB4D-A90A-7B50FB4F5C08}" type="presParOf" srcId="{212C85DF-232E-9C4D-8632-C9B8774AC51B}" destId="{F99F09CA-FF31-1145-AA87-01B74946D529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3038ED6-C34C-4B2D-A170-64F9C18E884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0218DBA-7F8F-4A0D-BFDB-5C7A8CAA8ED0}">
      <dgm:prSet/>
      <dgm:spPr/>
      <dgm:t>
        <a:bodyPr/>
        <a:lstStyle/>
        <a:p>
          <a:r>
            <a:rPr lang="en-US"/>
            <a:t>Dark patterns make cancellation difficult</a:t>
          </a:r>
        </a:p>
      </dgm:t>
    </dgm:pt>
    <dgm:pt modelId="{6C1814D4-3AF8-4F42-A433-4891F051AA12}" type="parTrans" cxnId="{BA4B204C-C318-4AF1-806E-D3DF1341B06B}">
      <dgm:prSet/>
      <dgm:spPr/>
      <dgm:t>
        <a:bodyPr/>
        <a:lstStyle/>
        <a:p>
          <a:endParaRPr lang="en-US"/>
        </a:p>
      </dgm:t>
    </dgm:pt>
    <dgm:pt modelId="{FD645225-698A-4624-8AC4-73B897ED9CFE}" type="sibTrans" cxnId="{BA4B204C-C318-4AF1-806E-D3DF1341B06B}">
      <dgm:prSet/>
      <dgm:spPr/>
      <dgm:t>
        <a:bodyPr/>
        <a:lstStyle/>
        <a:p>
          <a:endParaRPr lang="en-US"/>
        </a:p>
      </dgm:t>
    </dgm:pt>
    <dgm:pt modelId="{30E5CAEA-3AA7-4994-A321-2049B8997147}">
      <dgm:prSet/>
      <dgm:spPr/>
      <dgm:t>
        <a:bodyPr/>
        <a:lstStyle/>
        <a:p>
          <a:r>
            <a:rPr lang="en-US"/>
            <a:t>Privacy concerns</a:t>
          </a:r>
        </a:p>
      </dgm:t>
    </dgm:pt>
    <dgm:pt modelId="{E0C85F54-44DC-417A-92F9-A270FF176F85}" type="parTrans" cxnId="{B82A3A26-9B60-42B0-81B5-050CBF7A61DE}">
      <dgm:prSet/>
      <dgm:spPr/>
      <dgm:t>
        <a:bodyPr/>
        <a:lstStyle/>
        <a:p>
          <a:endParaRPr lang="en-US"/>
        </a:p>
      </dgm:t>
    </dgm:pt>
    <dgm:pt modelId="{23421743-2D10-4729-B49B-2FE399F51876}" type="sibTrans" cxnId="{B82A3A26-9B60-42B0-81B5-050CBF7A61DE}">
      <dgm:prSet/>
      <dgm:spPr/>
      <dgm:t>
        <a:bodyPr/>
        <a:lstStyle/>
        <a:p>
          <a:endParaRPr lang="en-US"/>
        </a:p>
      </dgm:t>
    </dgm:pt>
    <dgm:pt modelId="{A9946978-5D40-490B-A1E8-13D0BCC9F960}">
      <dgm:prSet/>
      <dgm:spPr/>
      <dgm:t>
        <a:bodyPr/>
        <a:lstStyle/>
        <a:p>
          <a:r>
            <a:rPr lang="en-US"/>
            <a:t>Pay disputes</a:t>
          </a:r>
        </a:p>
      </dgm:t>
    </dgm:pt>
    <dgm:pt modelId="{94C27CDF-5CC5-4898-A4E8-8B0791B51098}" type="parTrans" cxnId="{B99F8C41-A38C-4A07-B254-C7A41968C3AE}">
      <dgm:prSet/>
      <dgm:spPr/>
      <dgm:t>
        <a:bodyPr/>
        <a:lstStyle/>
        <a:p>
          <a:endParaRPr lang="en-US"/>
        </a:p>
      </dgm:t>
    </dgm:pt>
    <dgm:pt modelId="{855BCB4E-4BB1-4760-9C47-64D74AFD64E0}" type="sibTrans" cxnId="{B99F8C41-A38C-4A07-B254-C7A41968C3AE}">
      <dgm:prSet/>
      <dgm:spPr/>
      <dgm:t>
        <a:bodyPr/>
        <a:lstStyle/>
        <a:p>
          <a:endParaRPr lang="en-US"/>
        </a:p>
      </dgm:t>
    </dgm:pt>
    <dgm:pt modelId="{AC3B0E37-6D14-4E8F-A48C-814A1303C166}">
      <dgm:prSet/>
      <dgm:spPr/>
      <dgm:t>
        <a:bodyPr/>
        <a:lstStyle/>
        <a:p>
          <a:r>
            <a:rPr lang="en-US"/>
            <a:t>Environmental impact</a:t>
          </a:r>
        </a:p>
      </dgm:t>
    </dgm:pt>
    <dgm:pt modelId="{C9CB2EAC-A232-4043-B08B-9265E5942EF1}" type="parTrans" cxnId="{4782B7FC-031A-4E7B-AA9D-2B48EE082AEF}">
      <dgm:prSet/>
      <dgm:spPr/>
      <dgm:t>
        <a:bodyPr/>
        <a:lstStyle/>
        <a:p>
          <a:endParaRPr lang="en-US"/>
        </a:p>
      </dgm:t>
    </dgm:pt>
    <dgm:pt modelId="{A75CF07A-7D73-49A8-B96C-C100872E12F2}" type="sibTrans" cxnId="{4782B7FC-031A-4E7B-AA9D-2B48EE082AEF}">
      <dgm:prSet/>
      <dgm:spPr/>
      <dgm:t>
        <a:bodyPr/>
        <a:lstStyle/>
        <a:p>
          <a:endParaRPr lang="en-US"/>
        </a:p>
      </dgm:t>
    </dgm:pt>
    <dgm:pt modelId="{04CCE873-705E-4B52-BFB8-8C843D3FCD45}">
      <dgm:prSet/>
      <dgm:spPr/>
      <dgm:t>
        <a:bodyPr/>
        <a:lstStyle/>
        <a:p>
          <a:r>
            <a:rPr lang="en-US"/>
            <a:t>Content can disappear at any time</a:t>
          </a:r>
        </a:p>
      </dgm:t>
    </dgm:pt>
    <dgm:pt modelId="{06D54078-DC8C-4CF3-AE82-6607CFA474FC}" type="parTrans" cxnId="{4E4F17D2-1C43-4698-A2E5-803A41122980}">
      <dgm:prSet/>
      <dgm:spPr/>
      <dgm:t>
        <a:bodyPr/>
        <a:lstStyle/>
        <a:p>
          <a:endParaRPr lang="en-US"/>
        </a:p>
      </dgm:t>
    </dgm:pt>
    <dgm:pt modelId="{5036D40E-4C91-46D8-8C60-3B797DE11873}" type="sibTrans" cxnId="{4E4F17D2-1C43-4698-A2E5-803A41122980}">
      <dgm:prSet/>
      <dgm:spPr/>
      <dgm:t>
        <a:bodyPr/>
        <a:lstStyle/>
        <a:p>
          <a:endParaRPr lang="en-US"/>
        </a:p>
      </dgm:t>
    </dgm:pt>
    <dgm:pt modelId="{128896C4-E601-FC41-B955-53F64A48652D}" type="pres">
      <dgm:prSet presAssocID="{E3038ED6-C34C-4B2D-A170-64F9C18E884B}" presName="linear" presStyleCnt="0">
        <dgm:presLayoutVars>
          <dgm:animLvl val="lvl"/>
          <dgm:resizeHandles val="exact"/>
        </dgm:presLayoutVars>
      </dgm:prSet>
      <dgm:spPr/>
    </dgm:pt>
    <dgm:pt modelId="{FDCB049F-0D16-904C-A962-90BDC03BF72C}" type="pres">
      <dgm:prSet presAssocID="{F0218DBA-7F8F-4A0D-BFDB-5C7A8CAA8ED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9F5520C0-B3FC-0540-8BEB-C043175835F4}" type="pres">
      <dgm:prSet presAssocID="{FD645225-698A-4624-8AC4-73B897ED9CFE}" presName="spacer" presStyleCnt="0"/>
      <dgm:spPr/>
    </dgm:pt>
    <dgm:pt modelId="{EFFA7940-1F51-EA46-8153-21C7188FD78B}" type="pres">
      <dgm:prSet presAssocID="{30E5CAEA-3AA7-4994-A321-2049B899714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3615D606-4E9C-3F4F-AD5B-D750B48B56C4}" type="pres">
      <dgm:prSet presAssocID="{23421743-2D10-4729-B49B-2FE399F51876}" presName="spacer" presStyleCnt="0"/>
      <dgm:spPr/>
    </dgm:pt>
    <dgm:pt modelId="{5844E3CB-A280-714A-ABF7-8B56DB23E8C5}" type="pres">
      <dgm:prSet presAssocID="{A9946978-5D40-490B-A1E8-13D0BCC9F96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B8EC339D-D208-0645-94C7-24EBAED2A9BD}" type="pres">
      <dgm:prSet presAssocID="{855BCB4E-4BB1-4760-9C47-64D74AFD64E0}" presName="spacer" presStyleCnt="0"/>
      <dgm:spPr/>
    </dgm:pt>
    <dgm:pt modelId="{D1834EB3-76CE-8C48-888D-9F058CA99D33}" type="pres">
      <dgm:prSet presAssocID="{AC3B0E37-6D14-4E8F-A48C-814A1303C16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FB6D6DD-1895-3947-A925-454157814E64}" type="pres">
      <dgm:prSet presAssocID="{A75CF07A-7D73-49A8-B96C-C100872E12F2}" presName="spacer" presStyleCnt="0"/>
      <dgm:spPr/>
    </dgm:pt>
    <dgm:pt modelId="{44AC0559-AE0C-CD43-AA43-F9E1B6691E3D}" type="pres">
      <dgm:prSet presAssocID="{04CCE873-705E-4B52-BFB8-8C843D3FCD45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B82A3A26-9B60-42B0-81B5-050CBF7A61DE}" srcId="{E3038ED6-C34C-4B2D-A170-64F9C18E884B}" destId="{30E5CAEA-3AA7-4994-A321-2049B8997147}" srcOrd="1" destOrd="0" parTransId="{E0C85F54-44DC-417A-92F9-A270FF176F85}" sibTransId="{23421743-2D10-4729-B49B-2FE399F51876}"/>
    <dgm:cxn modelId="{DA74C53A-F266-BC43-837C-DC2143248BC4}" type="presOf" srcId="{04CCE873-705E-4B52-BFB8-8C843D3FCD45}" destId="{44AC0559-AE0C-CD43-AA43-F9E1B6691E3D}" srcOrd="0" destOrd="0" presId="urn:microsoft.com/office/officeart/2005/8/layout/vList2"/>
    <dgm:cxn modelId="{B99F8C41-A38C-4A07-B254-C7A41968C3AE}" srcId="{E3038ED6-C34C-4B2D-A170-64F9C18E884B}" destId="{A9946978-5D40-490B-A1E8-13D0BCC9F960}" srcOrd="2" destOrd="0" parTransId="{94C27CDF-5CC5-4898-A4E8-8B0791B51098}" sibTransId="{855BCB4E-4BB1-4760-9C47-64D74AFD64E0}"/>
    <dgm:cxn modelId="{BA4B204C-C318-4AF1-806E-D3DF1341B06B}" srcId="{E3038ED6-C34C-4B2D-A170-64F9C18E884B}" destId="{F0218DBA-7F8F-4A0D-BFDB-5C7A8CAA8ED0}" srcOrd="0" destOrd="0" parTransId="{6C1814D4-3AF8-4F42-A433-4891F051AA12}" sibTransId="{FD645225-698A-4624-8AC4-73B897ED9CFE}"/>
    <dgm:cxn modelId="{A12B3A94-2CC1-3543-880B-4F831FDCCE6A}" type="presOf" srcId="{30E5CAEA-3AA7-4994-A321-2049B8997147}" destId="{EFFA7940-1F51-EA46-8153-21C7188FD78B}" srcOrd="0" destOrd="0" presId="urn:microsoft.com/office/officeart/2005/8/layout/vList2"/>
    <dgm:cxn modelId="{F4C4AC9A-746D-F948-AA9F-8781C531EBAF}" type="presOf" srcId="{A9946978-5D40-490B-A1E8-13D0BCC9F960}" destId="{5844E3CB-A280-714A-ABF7-8B56DB23E8C5}" srcOrd="0" destOrd="0" presId="urn:microsoft.com/office/officeart/2005/8/layout/vList2"/>
    <dgm:cxn modelId="{EB97209B-5DEC-2140-847F-694AB55F1D13}" type="presOf" srcId="{E3038ED6-C34C-4B2D-A170-64F9C18E884B}" destId="{128896C4-E601-FC41-B955-53F64A48652D}" srcOrd="0" destOrd="0" presId="urn:microsoft.com/office/officeart/2005/8/layout/vList2"/>
    <dgm:cxn modelId="{943488BB-E876-6B47-A533-3F1C63D92461}" type="presOf" srcId="{AC3B0E37-6D14-4E8F-A48C-814A1303C166}" destId="{D1834EB3-76CE-8C48-888D-9F058CA99D33}" srcOrd="0" destOrd="0" presId="urn:microsoft.com/office/officeart/2005/8/layout/vList2"/>
    <dgm:cxn modelId="{80EFDCC8-7DD1-684D-B65C-8E8D4571E47D}" type="presOf" srcId="{F0218DBA-7F8F-4A0D-BFDB-5C7A8CAA8ED0}" destId="{FDCB049F-0D16-904C-A962-90BDC03BF72C}" srcOrd="0" destOrd="0" presId="urn:microsoft.com/office/officeart/2005/8/layout/vList2"/>
    <dgm:cxn modelId="{4E4F17D2-1C43-4698-A2E5-803A41122980}" srcId="{E3038ED6-C34C-4B2D-A170-64F9C18E884B}" destId="{04CCE873-705E-4B52-BFB8-8C843D3FCD45}" srcOrd="4" destOrd="0" parTransId="{06D54078-DC8C-4CF3-AE82-6607CFA474FC}" sibTransId="{5036D40E-4C91-46D8-8C60-3B797DE11873}"/>
    <dgm:cxn modelId="{4782B7FC-031A-4E7B-AA9D-2B48EE082AEF}" srcId="{E3038ED6-C34C-4B2D-A170-64F9C18E884B}" destId="{AC3B0E37-6D14-4E8F-A48C-814A1303C166}" srcOrd="3" destOrd="0" parTransId="{C9CB2EAC-A232-4043-B08B-9265E5942EF1}" sibTransId="{A75CF07A-7D73-49A8-B96C-C100872E12F2}"/>
    <dgm:cxn modelId="{16BA4E48-7771-9B4A-B969-A5AF4C486C73}" type="presParOf" srcId="{128896C4-E601-FC41-B955-53F64A48652D}" destId="{FDCB049F-0D16-904C-A962-90BDC03BF72C}" srcOrd="0" destOrd="0" presId="urn:microsoft.com/office/officeart/2005/8/layout/vList2"/>
    <dgm:cxn modelId="{087F9C55-E040-8B45-A968-509C679E44C4}" type="presParOf" srcId="{128896C4-E601-FC41-B955-53F64A48652D}" destId="{9F5520C0-B3FC-0540-8BEB-C043175835F4}" srcOrd="1" destOrd="0" presId="urn:microsoft.com/office/officeart/2005/8/layout/vList2"/>
    <dgm:cxn modelId="{748E22DD-BD9A-BC46-A619-8E9E18FD07BA}" type="presParOf" srcId="{128896C4-E601-FC41-B955-53F64A48652D}" destId="{EFFA7940-1F51-EA46-8153-21C7188FD78B}" srcOrd="2" destOrd="0" presId="urn:microsoft.com/office/officeart/2005/8/layout/vList2"/>
    <dgm:cxn modelId="{AEA13B6E-F298-884B-B38D-B1D5F919BEB8}" type="presParOf" srcId="{128896C4-E601-FC41-B955-53F64A48652D}" destId="{3615D606-4E9C-3F4F-AD5B-D750B48B56C4}" srcOrd="3" destOrd="0" presId="urn:microsoft.com/office/officeart/2005/8/layout/vList2"/>
    <dgm:cxn modelId="{485A94CB-BDE5-2D4F-828A-6722A006DD4B}" type="presParOf" srcId="{128896C4-E601-FC41-B955-53F64A48652D}" destId="{5844E3CB-A280-714A-ABF7-8B56DB23E8C5}" srcOrd="4" destOrd="0" presId="urn:microsoft.com/office/officeart/2005/8/layout/vList2"/>
    <dgm:cxn modelId="{157DD921-1FF8-D748-8415-127AD243C097}" type="presParOf" srcId="{128896C4-E601-FC41-B955-53F64A48652D}" destId="{B8EC339D-D208-0645-94C7-24EBAED2A9BD}" srcOrd="5" destOrd="0" presId="urn:microsoft.com/office/officeart/2005/8/layout/vList2"/>
    <dgm:cxn modelId="{F3EB8389-01C7-C446-BC76-AE24F76F93D6}" type="presParOf" srcId="{128896C4-E601-FC41-B955-53F64A48652D}" destId="{D1834EB3-76CE-8C48-888D-9F058CA99D33}" srcOrd="6" destOrd="0" presId="urn:microsoft.com/office/officeart/2005/8/layout/vList2"/>
    <dgm:cxn modelId="{61403803-002F-C548-B9EF-EAA6AC390AD1}" type="presParOf" srcId="{128896C4-E601-FC41-B955-53F64A48652D}" destId="{7FB6D6DD-1895-3947-A925-454157814E64}" srcOrd="7" destOrd="0" presId="urn:microsoft.com/office/officeart/2005/8/layout/vList2"/>
    <dgm:cxn modelId="{2CABB7B1-5D68-9843-9790-055A5394B511}" type="presParOf" srcId="{128896C4-E601-FC41-B955-53F64A48652D}" destId="{44AC0559-AE0C-CD43-AA43-F9E1B6691E3D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7F7F1F-B42D-8E4D-AA81-30A07967C1E8}">
      <dsp:nvSpPr>
        <dsp:cNvPr id="0" name=""/>
        <dsp:cNvSpPr/>
      </dsp:nvSpPr>
      <dsp:spPr>
        <a:xfrm>
          <a:off x="216021" y="207442"/>
          <a:ext cx="2860995" cy="17165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Media was mostly consumed on cassettes, CD’s, DVD’s, vinyl records and VHS</a:t>
          </a:r>
        </a:p>
      </dsp:txBody>
      <dsp:txXfrm>
        <a:off x="266298" y="257719"/>
        <a:ext cx="2760441" cy="1616043"/>
      </dsp:txXfrm>
    </dsp:sp>
    <dsp:sp modelId="{5F12C7C2-7816-F943-94DD-9FC69072E0C0}">
      <dsp:nvSpPr>
        <dsp:cNvPr id="0" name=""/>
        <dsp:cNvSpPr/>
      </dsp:nvSpPr>
      <dsp:spPr>
        <a:xfrm rot="21412467">
          <a:off x="3282995" y="608024"/>
          <a:ext cx="497853" cy="70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3283106" y="754001"/>
        <a:ext cx="348497" cy="425716"/>
      </dsp:txXfrm>
    </dsp:sp>
    <dsp:sp modelId="{3B128F38-FBD9-9E4C-BFD3-486BF821F44A}">
      <dsp:nvSpPr>
        <dsp:cNvPr id="0" name=""/>
        <dsp:cNvSpPr/>
      </dsp:nvSpPr>
      <dsp:spPr>
        <a:xfrm>
          <a:off x="4014966" y="0"/>
          <a:ext cx="2860995" cy="17165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It was expensive and inconvenient for users</a:t>
          </a:r>
        </a:p>
      </dsp:txBody>
      <dsp:txXfrm>
        <a:off x="4065243" y="50277"/>
        <a:ext cx="2760441" cy="1616043"/>
      </dsp:txXfrm>
    </dsp:sp>
    <dsp:sp modelId="{68291847-2827-4E4A-9A80-B1D80D5F2C6C}">
      <dsp:nvSpPr>
        <dsp:cNvPr id="0" name=""/>
        <dsp:cNvSpPr/>
      </dsp:nvSpPr>
      <dsp:spPr>
        <a:xfrm>
          <a:off x="7129835" y="503535"/>
          <a:ext cx="611604" cy="70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7129835" y="645440"/>
        <a:ext cx="428123" cy="425716"/>
      </dsp:txXfrm>
    </dsp:sp>
    <dsp:sp modelId="{3F7B7726-E60A-8A4A-857C-FE4507FA1A77}">
      <dsp:nvSpPr>
        <dsp:cNvPr id="0" name=""/>
        <dsp:cNvSpPr/>
      </dsp:nvSpPr>
      <dsp:spPr>
        <a:xfrm>
          <a:off x="8029932" y="0"/>
          <a:ext cx="2860995" cy="17165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Walkman, introduced in 1979, introduced the “mixtape culture” – similar to Playlists nowadays</a:t>
          </a:r>
        </a:p>
      </dsp:txBody>
      <dsp:txXfrm>
        <a:off x="8080209" y="50277"/>
        <a:ext cx="2760441" cy="16160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AF8508-21FA-084A-BC1E-B08AA82E6B5F}">
      <dsp:nvSpPr>
        <dsp:cNvPr id="0" name=""/>
        <dsp:cNvSpPr/>
      </dsp:nvSpPr>
      <dsp:spPr>
        <a:xfrm>
          <a:off x="6540" y="642606"/>
          <a:ext cx="2044708" cy="245364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72" tIns="0" rIns="201972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Accessibility</a:t>
          </a:r>
        </a:p>
      </dsp:txBody>
      <dsp:txXfrm>
        <a:off x="6540" y="1624066"/>
        <a:ext cx="2044708" cy="1472189"/>
      </dsp:txXfrm>
    </dsp:sp>
    <dsp:sp modelId="{008AF6EB-101C-8F4D-8D7C-04BF40D4FEBB}">
      <dsp:nvSpPr>
        <dsp:cNvPr id="0" name=""/>
        <dsp:cNvSpPr/>
      </dsp:nvSpPr>
      <dsp:spPr>
        <a:xfrm>
          <a:off x="6540" y="642606"/>
          <a:ext cx="2044708" cy="981459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72" tIns="165100" rIns="201972" bIns="16510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01</a:t>
          </a:r>
        </a:p>
      </dsp:txBody>
      <dsp:txXfrm>
        <a:off x="6540" y="642606"/>
        <a:ext cx="2044708" cy="981459"/>
      </dsp:txXfrm>
    </dsp:sp>
    <dsp:sp modelId="{D362F117-9B78-E24F-87FD-58A3F9A6CF11}">
      <dsp:nvSpPr>
        <dsp:cNvPr id="0" name=""/>
        <dsp:cNvSpPr/>
      </dsp:nvSpPr>
      <dsp:spPr>
        <a:xfrm>
          <a:off x="2214825" y="642606"/>
          <a:ext cx="2044708" cy="245364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72" tIns="0" rIns="201972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COVID-19 accelerated streaming popularity</a:t>
          </a:r>
        </a:p>
      </dsp:txBody>
      <dsp:txXfrm>
        <a:off x="2214825" y="1624066"/>
        <a:ext cx="2044708" cy="1472189"/>
      </dsp:txXfrm>
    </dsp:sp>
    <dsp:sp modelId="{7EAD27D4-D6E5-3248-9F20-6BFC7B07B06B}">
      <dsp:nvSpPr>
        <dsp:cNvPr id="0" name=""/>
        <dsp:cNvSpPr/>
      </dsp:nvSpPr>
      <dsp:spPr>
        <a:xfrm>
          <a:off x="2214825" y="642606"/>
          <a:ext cx="2044708" cy="981459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72" tIns="165100" rIns="201972" bIns="16510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02</a:t>
          </a:r>
        </a:p>
      </dsp:txBody>
      <dsp:txXfrm>
        <a:off x="2214825" y="642606"/>
        <a:ext cx="2044708" cy="981459"/>
      </dsp:txXfrm>
    </dsp:sp>
    <dsp:sp modelId="{F852BACF-B6B2-B748-8DE0-CD7BF8DFBE45}">
      <dsp:nvSpPr>
        <dsp:cNvPr id="0" name=""/>
        <dsp:cNvSpPr/>
      </dsp:nvSpPr>
      <dsp:spPr>
        <a:xfrm>
          <a:off x="4423110" y="642606"/>
          <a:ext cx="2044708" cy="245364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72" tIns="0" rIns="201972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Increase in piracy due to price hikes</a:t>
          </a:r>
        </a:p>
      </dsp:txBody>
      <dsp:txXfrm>
        <a:off x="4423110" y="1624066"/>
        <a:ext cx="2044708" cy="1472189"/>
      </dsp:txXfrm>
    </dsp:sp>
    <dsp:sp modelId="{AAF28E41-9565-5842-861A-2F79A9945C98}">
      <dsp:nvSpPr>
        <dsp:cNvPr id="0" name=""/>
        <dsp:cNvSpPr/>
      </dsp:nvSpPr>
      <dsp:spPr>
        <a:xfrm>
          <a:off x="4423110" y="642606"/>
          <a:ext cx="2044708" cy="981459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72" tIns="165100" rIns="201972" bIns="16510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03</a:t>
          </a:r>
        </a:p>
      </dsp:txBody>
      <dsp:txXfrm>
        <a:off x="4423110" y="642606"/>
        <a:ext cx="2044708" cy="981459"/>
      </dsp:txXfrm>
    </dsp:sp>
    <dsp:sp modelId="{883CC60E-E7FB-144A-9044-F3FA1C61C522}">
      <dsp:nvSpPr>
        <dsp:cNvPr id="0" name=""/>
        <dsp:cNvSpPr/>
      </dsp:nvSpPr>
      <dsp:spPr>
        <a:xfrm>
          <a:off x="6631395" y="642606"/>
          <a:ext cx="2044708" cy="245364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72" tIns="0" rIns="201972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Platform loyalty through original series</a:t>
          </a:r>
        </a:p>
      </dsp:txBody>
      <dsp:txXfrm>
        <a:off x="6631395" y="1624066"/>
        <a:ext cx="2044708" cy="1472189"/>
      </dsp:txXfrm>
    </dsp:sp>
    <dsp:sp modelId="{CE03AFCD-BADC-A64F-BF4F-9675E13B1EF0}">
      <dsp:nvSpPr>
        <dsp:cNvPr id="0" name=""/>
        <dsp:cNvSpPr/>
      </dsp:nvSpPr>
      <dsp:spPr>
        <a:xfrm>
          <a:off x="6631395" y="642606"/>
          <a:ext cx="2044708" cy="981459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72" tIns="165100" rIns="201972" bIns="16510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04</a:t>
          </a:r>
        </a:p>
      </dsp:txBody>
      <dsp:txXfrm>
        <a:off x="6631395" y="642606"/>
        <a:ext cx="2044708" cy="981459"/>
      </dsp:txXfrm>
    </dsp:sp>
    <dsp:sp modelId="{B86C0EDD-1134-6D47-BD25-34566A4AC637}">
      <dsp:nvSpPr>
        <dsp:cNvPr id="0" name=""/>
        <dsp:cNvSpPr/>
      </dsp:nvSpPr>
      <dsp:spPr>
        <a:xfrm>
          <a:off x="8839679" y="642606"/>
          <a:ext cx="2044708" cy="245364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72" tIns="0" rIns="201972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Reduced demand of physical media</a:t>
          </a:r>
        </a:p>
      </dsp:txBody>
      <dsp:txXfrm>
        <a:off x="8839679" y="1624066"/>
        <a:ext cx="2044708" cy="1472189"/>
      </dsp:txXfrm>
    </dsp:sp>
    <dsp:sp modelId="{B304EFC9-2DB5-8540-919B-B0D521F221EC}">
      <dsp:nvSpPr>
        <dsp:cNvPr id="0" name=""/>
        <dsp:cNvSpPr/>
      </dsp:nvSpPr>
      <dsp:spPr>
        <a:xfrm>
          <a:off x="8839679" y="642606"/>
          <a:ext cx="2044708" cy="981459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72" tIns="165100" rIns="201972" bIns="16510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05</a:t>
          </a:r>
        </a:p>
      </dsp:txBody>
      <dsp:txXfrm>
        <a:off x="8839679" y="642606"/>
        <a:ext cx="2044708" cy="98145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CB049F-0D16-904C-A962-90BDC03BF72C}">
      <dsp:nvSpPr>
        <dsp:cNvPr id="0" name=""/>
        <dsp:cNvSpPr/>
      </dsp:nvSpPr>
      <dsp:spPr>
        <a:xfrm>
          <a:off x="0" y="8572"/>
          <a:ext cx="10890928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Dark patterns make cancellation difficult</a:t>
          </a:r>
        </a:p>
      </dsp:txBody>
      <dsp:txXfrm>
        <a:off x="31613" y="40185"/>
        <a:ext cx="10827702" cy="584369"/>
      </dsp:txXfrm>
    </dsp:sp>
    <dsp:sp modelId="{EFFA7940-1F51-EA46-8153-21C7188FD78B}">
      <dsp:nvSpPr>
        <dsp:cNvPr id="0" name=""/>
        <dsp:cNvSpPr/>
      </dsp:nvSpPr>
      <dsp:spPr>
        <a:xfrm>
          <a:off x="0" y="733927"/>
          <a:ext cx="10890928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Privacy concerns</a:t>
          </a:r>
        </a:p>
      </dsp:txBody>
      <dsp:txXfrm>
        <a:off x="31613" y="765540"/>
        <a:ext cx="10827702" cy="584369"/>
      </dsp:txXfrm>
    </dsp:sp>
    <dsp:sp modelId="{5844E3CB-A280-714A-ABF7-8B56DB23E8C5}">
      <dsp:nvSpPr>
        <dsp:cNvPr id="0" name=""/>
        <dsp:cNvSpPr/>
      </dsp:nvSpPr>
      <dsp:spPr>
        <a:xfrm>
          <a:off x="0" y="1459282"/>
          <a:ext cx="10890928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Pay disputes</a:t>
          </a:r>
        </a:p>
      </dsp:txBody>
      <dsp:txXfrm>
        <a:off x="31613" y="1490895"/>
        <a:ext cx="10827702" cy="584369"/>
      </dsp:txXfrm>
    </dsp:sp>
    <dsp:sp modelId="{D1834EB3-76CE-8C48-888D-9F058CA99D33}">
      <dsp:nvSpPr>
        <dsp:cNvPr id="0" name=""/>
        <dsp:cNvSpPr/>
      </dsp:nvSpPr>
      <dsp:spPr>
        <a:xfrm>
          <a:off x="0" y="2184637"/>
          <a:ext cx="10890928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Environmental impact</a:t>
          </a:r>
        </a:p>
      </dsp:txBody>
      <dsp:txXfrm>
        <a:off x="31613" y="2216250"/>
        <a:ext cx="10827702" cy="584369"/>
      </dsp:txXfrm>
    </dsp:sp>
    <dsp:sp modelId="{44AC0559-AE0C-CD43-AA43-F9E1B6691E3D}">
      <dsp:nvSpPr>
        <dsp:cNvPr id="0" name=""/>
        <dsp:cNvSpPr/>
      </dsp:nvSpPr>
      <dsp:spPr>
        <a:xfrm>
          <a:off x="0" y="2909992"/>
          <a:ext cx="10890928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Content can disappear at any time</a:t>
          </a:r>
        </a:p>
      </dsp:txBody>
      <dsp:txXfrm>
        <a:off x="31613" y="2941605"/>
        <a:ext cx="10827702" cy="5843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5B096-70E6-B149-AB19-5D8F752B4D69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9A91DA-88A1-7C4B-97F4-473199D74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100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9A91DA-88A1-7C4B-97F4-473199D7450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0399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041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700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3596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968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11/27/25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350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11/27/25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85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11/27/25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905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040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457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088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7706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5860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72" r:id="rId6"/>
    <p:sldLayoutId id="2147483667" r:id="rId7"/>
    <p:sldLayoutId id="2147483668" r:id="rId8"/>
    <p:sldLayoutId id="2147483669" r:id="rId9"/>
    <p:sldLayoutId id="2147483671" r:id="rId10"/>
    <p:sldLayoutId id="214748367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lickr.com/photos/slaterlibrary/4587179404" TargetMode="External"/><Relationship Id="rId3" Type="http://schemas.openxmlformats.org/officeDocument/2006/relationships/diagramLayout" Target="../diagrams/layout1.xml"/><Relationship Id="rId7" Type="http://schemas.openxmlformats.org/officeDocument/2006/relationships/image" Target="../media/image4.jpg"/><Relationship Id="rId12" Type="http://schemas.openxmlformats.org/officeDocument/2006/relationships/hyperlink" Target="https://www.flickr.com/photos/mlange_b/15782749050" TargetMode="Externa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image" Target="../media/image6.jpg"/><Relationship Id="rId5" Type="http://schemas.openxmlformats.org/officeDocument/2006/relationships/diagramColors" Target="../diagrams/colors1.xml"/><Relationship Id="rId10" Type="http://schemas.openxmlformats.org/officeDocument/2006/relationships/hyperlink" Target="https://cs.wikipedia.org/wiki/Sony" TargetMode="Externa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132889348@N07/18409023820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ateofthenet.org/category/2020-sotn/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libreshot.com/business-analysis/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342D46-0C13-E75E-2154-694C1401476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6606" b="9126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B2F945E-EC14-2FD0-24D6-613CBA0AF0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85233"/>
            <a:ext cx="5758628" cy="3355853"/>
          </a:xfrm>
        </p:spPr>
        <p:txBody>
          <a:bodyPr anchor="t">
            <a:normAutofit/>
          </a:bodyPr>
          <a:lstStyle/>
          <a:p>
            <a:r>
              <a:rPr lang="en-US" sz="6000">
                <a:solidFill>
                  <a:srgbClr val="FFFFFF"/>
                </a:solidFill>
              </a:rPr>
              <a:t>Transition from Physical Media to Streaming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DA67D1-2E03-340D-FD98-2BB1B2F2B1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5251621"/>
            <a:ext cx="4439920" cy="1104721"/>
          </a:xfrm>
        </p:spPr>
        <p:txBody>
          <a:bodyPr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FFFFFF"/>
                </a:solidFill>
              </a:rPr>
              <a:t>Nature of Enterprise Computing – Group 15</a:t>
            </a:r>
          </a:p>
          <a:p>
            <a:pPr>
              <a:lnSpc>
                <a:spcPct val="120000"/>
              </a:lnSpc>
            </a:pPr>
            <a:r>
              <a:rPr lang="en-US" sz="900">
                <a:solidFill>
                  <a:srgbClr val="FFFFFF"/>
                </a:solidFill>
              </a:rPr>
              <a:t>By: Cezary Janus, Akaisha Gurung, Domagoj Jurisic, Chris Kiala and Jamiu Kusimo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14258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406BD704-01C2-4341-B99A-116CC7EC5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Hollywood wants you to forget about DVDs and physical media - YouTube">
            <a:extLst>
              <a:ext uri="{FF2B5EF4-FFF2-40B4-BE49-F238E27FC236}">
                <a16:creationId xmlns:a16="http://schemas.microsoft.com/office/drawing/2014/main" id="{BB634104-093D-88E2-E947-CD192ACCD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09466"/>
            <a:ext cx="14180949" cy="7476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0225C01B-A296-4FAA-AA46-794F27DF6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4894" y="979075"/>
            <a:ext cx="5777024" cy="5074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244DFB-A66F-5278-A397-BF887936B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451" y="1352492"/>
            <a:ext cx="4665540" cy="114300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/>
              <a:t>What our project is about:</a:t>
            </a: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62713E66-598D-4B8A-9D2A-67C7AF46EF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5673" y="979075"/>
            <a:ext cx="0" cy="507492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7EB3D-64A5-7775-9FBF-A8D2E651A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454" y="2662356"/>
            <a:ext cx="4665546" cy="3057911"/>
          </a:xfrm>
        </p:spPr>
        <p:txBody>
          <a:bodyPr>
            <a:normAutofit/>
          </a:bodyPr>
          <a:lstStyle/>
          <a:p>
            <a:r>
              <a:rPr lang="en-US" dirty="0"/>
              <a:t>Transition from CD’s, DVD’s and VHS towards services like Spotify and Netflix</a:t>
            </a:r>
          </a:p>
          <a:p>
            <a:r>
              <a:rPr lang="en-US" dirty="0"/>
              <a:t>Historical Development of it</a:t>
            </a:r>
          </a:p>
          <a:p>
            <a:r>
              <a:rPr lang="en-US" dirty="0"/>
              <a:t>Looking it it from business and (x) viewpoints</a:t>
            </a:r>
          </a:p>
          <a:p>
            <a:r>
              <a:rPr lang="en-US" dirty="0"/>
              <a:t>Considering ethical implications of it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021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B06AB-E393-77E7-2814-B1A22138F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Historical Timeline</a:t>
            </a:r>
          </a:p>
        </p:txBody>
      </p:sp>
      <p:pic>
        <p:nvPicPr>
          <p:cNvPr id="8" name="Content Placeholder 7" descr="A blue rectangular object with white text&#10;&#10;AI-generated content may be incorrect.">
            <a:extLst>
              <a:ext uri="{FF2B5EF4-FFF2-40B4-BE49-F238E27FC236}">
                <a16:creationId xmlns:a16="http://schemas.microsoft.com/office/drawing/2014/main" id="{765A4882-B47A-682D-7F75-4680E205A0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4600" y="2154265"/>
            <a:ext cx="6802799" cy="4230903"/>
          </a:xfrm>
        </p:spPr>
      </p:pic>
    </p:spTree>
    <p:extLst>
      <p:ext uri="{BB962C8B-B14F-4D97-AF65-F5344CB8AC3E}">
        <p14:creationId xmlns:p14="http://schemas.microsoft.com/office/powerpoint/2010/main" val="1423737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02ABD-DA2E-3816-EC4C-14364F51E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Era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621EEB63-7276-A5BC-0AE2-1BFFE96E76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6503338"/>
              </p:ext>
            </p:extLst>
          </p:nvPr>
        </p:nvGraphicFramePr>
        <p:xfrm>
          <a:off x="640080" y="1952786"/>
          <a:ext cx="10890928" cy="42468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 descr="Rows of video games in cases&#10;&#10;AI-generated content may be incorrect.">
            <a:extLst>
              <a:ext uri="{FF2B5EF4-FFF2-40B4-BE49-F238E27FC236}">
                <a16:creationId xmlns:a16="http://schemas.microsoft.com/office/drawing/2014/main" id="{B9E651C4-16B8-2FD1-86AC-ED2F138581F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4470400" y="3916622"/>
            <a:ext cx="3251200" cy="2438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646AF6-17C6-384D-4C7A-DEFB58E5C6BF}"/>
              </a:ext>
            </a:extLst>
          </p:cNvPr>
          <p:cNvSpPr txBox="1"/>
          <p:nvPr/>
        </p:nvSpPr>
        <p:spPr>
          <a:xfrm>
            <a:off x="5564808" y="6435449"/>
            <a:ext cx="28895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VHS Tapes in Stores</a:t>
            </a:r>
          </a:p>
        </p:txBody>
      </p:sp>
      <p:pic>
        <p:nvPicPr>
          <p:cNvPr id="8" name="Picture 7" descr="A close-up of a walkman&#10;&#10;AI-generated content may be incorrect.">
            <a:extLst>
              <a:ext uri="{FF2B5EF4-FFF2-40B4-BE49-F238E27FC236}">
                <a16:creationId xmlns:a16="http://schemas.microsoft.com/office/drawing/2014/main" id="{937FB009-ABBC-E8D5-F5DC-A44BA059FC7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8547908" y="4072012"/>
            <a:ext cx="2889573" cy="23634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A81C5E1-6CF9-91AE-E9B3-DA86E6BED8D3}"/>
              </a:ext>
            </a:extLst>
          </p:cNvPr>
          <p:cNvSpPr txBox="1"/>
          <p:nvPr/>
        </p:nvSpPr>
        <p:spPr>
          <a:xfrm>
            <a:off x="9780884" y="6435449"/>
            <a:ext cx="28895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Walkman</a:t>
            </a:r>
          </a:p>
        </p:txBody>
      </p:sp>
      <p:pic>
        <p:nvPicPr>
          <p:cNvPr id="12" name="Picture 11" descr="A close-up of several cds&#10;&#10;AI-generated content may be incorrect.">
            <a:extLst>
              <a:ext uri="{FF2B5EF4-FFF2-40B4-BE49-F238E27FC236}">
                <a16:creationId xmlns:a16="http://schemas.microsoft.com/office/drawing/2014/main" id="{0BC9918F-000A-B022-97C4-D69221F1710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543242" y="3916622"/>
            <a:ext cx="3514004" cy="234381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D47B38D-3EA1-E08F-99FD-1BD2991965EE}"/>
              </a:ext>
            </a:extLst>
          </p:cNvPr>
          <p:cNvSpPr txBox="1"/>
          <p:nvPr/>
        </p:nvSpPr>
        <p:spPr>
          <a:xfrm>
            <a:off x="2050147" y="6320033"/>
            <a:ext cx="35140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CD’s</a:t>
            </a:r>
          </a:p>
        </p:txBody>
      </p:sp>
    </p:spTree>
    <p:extLst>
      <p:ext uri="{BB962C8B-B14F-4D97-AF65-F5344CB8AC3E}">
        <p14:creationId xmlns:p14="http://schemas.microsoft.com/office/powerpoint/2010/main" val="3591255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06BD704-01C2-4341-B99A-116CC7EC5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omputer screen with a login screen&#10;&#10;AI-generated content may be incorrect.">
            <a:extLst>
              <a:ext uri="{FF2B5EF4-FFF2-40B4-BE49-F238E27FC236}">
                <a16:creationId xmlns:a16="http://schemas.microsoft.com/office/drawing/2014/main" id="{8C9D0709-7B68-1BBD-68EE-1C5E32213A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-247973" y="-1655861"/>
            <a:ext cx="15353655" cy="8636433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225C01B-A296-4FAA-AA46-794F27DF6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4894" y="979075"/>
            <a:ext cx="5777024" cy="5074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66685D-BFCB-4DF4-1223-F2738281B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451" y="1352492"/>
            <a:ext cx="4665540" cy="1143000"/>
          </a:xfrm>
        </p:spPr>
        <p:txBody>
          <a:bodyPr anchor="t">
            <a:normAutofit/>
          </a:bodyPr>
          <a:lstStyle/>
          <a:p>
            <a:r>
              <a:rPr lang="en-US" dirty="0"/>
              <a:t>Transitional Period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2713E66-598D-4B8A-9D2A-67C7AF46EF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5673" y="979075"/>
            <a:ext cx="0" cy="507492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5D003-EA24-15DE-D3AE-AD9E212E1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454" y="2662356"/>
            <a:ext cx="4665546" cy="305791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700"/>
              <a:t>MP3 File introduced in the 1990s compressing size of audio files</a:t>
            </a:r>
          </a:p>
          <a:p>
            <a:pPr>
              <a:lnSpc>
                <a:spcPct val="110000"/>
              </a:lnSpc>
            </a:pPr>
            <a:r>
              <a:rPr lang="en-US" sz="1700"/>
              <a:t>Peer-To-Peer era launched by Napster; filesharing erupted in popularity</a:t>
            </a:r>
          </a:p>
          <a:p>
            <a:pPr>
              <a:lnSpc>
                <a:spcPct val="110000"/>
              </a:lnSpc>
            </a:pPr>
            <a:r>
              <a:rPr lang="en-US" sz="1700"/>
              <a:t>Napster entered a legal battle with the music industry and shut in 2001</a:t>
            </a:r>
          </a:p>
          <a:p>
            <a:pPr>
              <a:lnSpc>
                <a:spcPct val="110000"/>
              </a:lnSpc>
            </a:pPr>
            <a:r>
              <a:rPr lang="en-US" sz="1700"/>
              <a:t>Peer-To-Peer era clearly showed that the idea of free music was revolutionary for customers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A8F124-5B0B-EF0E-ECDA-787EF8BD966E}"/>
              </a:ext>
            </a:extLst>
          </p:cNvPr>
          <p:cNvSpPr txBox="1"/>
          <p:nvPr/>
        </p:nvSpPr>
        <p:spPr>
          <a:xfrm>
            <a:off x="11974274" y="6752035"/>
            <a:ext cx="3131408" cy="200055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 tooltip="https://www.flickr.com/photos/132889348@N07/1840902382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4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US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5760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830DF5-0092-29CD-824C-FB9D7A8E6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914400"/>
            <a:ext cx="4261104" cy="1097280"/>
          </a:xfrm>
        </p:spPr>
        <p:txBody>
          <a:bodyPr anchor="t">
            <a:normAutofit/>
          </a:bodyPr>
          <a:lstStyle/>
          <a:p>
            <a:r>
              <a:rPr lang="en-US" sz="3600"/>
              <a:t>Streaming Era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C9BE7-303F-EE17-7367-91BF980E7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176036"/>
            <a:ext cx="4261104" cy="4121887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400"/>
              <a:t>Apple launches iTunes offering digital downloads for less than $1</a:t>
            </a:r>
          </a:p>
          <a:p>
            <a:pPr>
              <a:lnSpc>
                <a:spcPct val="110000"/>
              </a:lnSpc>
            </a:pPr>
            <a:r>
              <a:rPr lang="en-US" sz="1400"/>
              <a:t>iPod released and becomes a symbol of portable listening</a:t>
            </a:r>
          </a:p>
          <a:p>
            <a:pPr>
              <a:lnSpc>
                <a:spcPct val="110000"/>
              </a:lnSpc>
            </a:pPr>
            <a:r>
              <a:rPr lang="en-US" sz="1400"/>
              <a:t>YouTube launched streaming user-generated content</a:t>
            </a:r>
          </a:p>
          <a:p>
            <a:pPr>
              <a:lnSpc>
                <a:spcPct val="110000"/>
              </a:lnSpc>
            </a:pPr>
            <a:r>
              <a:rPr lang="en-US" sz="1400"/>
              <a:t>Spotify and Netflix launch in late 2008’s</a:t>
            </a:r>
          </a:p>
          <a:p>
            <a:pPr>
              <a:lnSpc>
                <a:spcPct val="110000"/>
              </a:lnSpc>
            </a:pPr>
            <a:r>
              <a:rPr lang="en-US" sz="1400"/>
              <a:t>Netflix produces and releases 2013 shifting from simply licensing content</a:t>
            </a:r>
          </a:p>
          <a:p>
            <a:pPr>
              <a:lnSpc>
                <a:spcPct val="110000"/>
              </a:lnSpc>
            </a:pPr>
            <a:r>
              <a:rPr lang="en-US" sz="1400"/>
              <a:t>Spotify faces pay disputes</a:t>
            </a:r>
          </a:p>
          <a:p>
            <a:pPr>
              <a:lnSpc>
                <a:spcPct val="110000"/>
              </a:lnSpc>
            </a:pPr>
            <a:r>
              <a:rPr lang="en-US" sz="1400"/>
              <a:t>Competition grows; studios create their own streaming apps instead of licensing. </a:t>
            </a:r>
          </a:p>
          <a:p>
            <a:pPr>
              <a:lnSpc>
                <a:spcPct val="110000"/>
              </a:lnSpc>
            </a:pPr>
            <a:r>
              <a:rPr lang="en-US" sz="1400"/>
              <a:t>Streaming wars started. </a:t>
            </a:r>
          </a:p>
          <a:p>
            <a:pPr>
              <a:lnSpc>
                <a:spcPct val="110000"/>
              </a:lnSpc>
            </a:pPr>
            <a:endParaRPr lang="en-US" sz="1400"/>
          </a:p>
        </p:txBody>
      </p:sp>
      <p:pic>
        <p:nvPicPr>
          <p:cNvPr id="5" name="Picture 4" descr="A group of logos of different brands&#10;&#10;AI-generated content may be incorrect.">
            <a:extLst>
              <a:ext uri="{FF2B5EF4-FFF2-40B4-BE49-F238E27FC236}">
                <a16:creationId xmlns:a16="http://schemas.microsoft.com/office/drawing/2014/main" id="{DE119D44-ABBA-1985-6982-1522E2B8CF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4731" r="3915"/>
          <a:stretch>
            <a:fillRect/>
          </a:stretch>
        </p:blipFill>
        <p:spPr>
          <a:xfrm>
            <a:off x="4901183" y="436184"/>
            <a:ext cx="7290817" cy="5985632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2025DBA-8780-9CA0-2826-FF6E3BD1A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72328" y="6267921"/>
            <a:ext cx="6519672" cy="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41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06BD704-01C2-4341-B99A-116CC7EC5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omputer and papers on a desk&#10;&#10;AI-generated content may be incorrect.">
            <a:extLst>
              <a:ext uri="{FF2B5EF4-FFF2-40B4-BE49-F238E27FC236}">
                <a16:creationId xmlns:a16="http://schemas.microsoft.com/office/drawing/2014/main" id="{06E63EEF-6802-5051-785C-52D514852C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225C01B-A296-4FAA-AA46-794F27DF6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4894" y="979075"/>
            <a:ext cx="5777024" cy="5074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3C033-2BB6-37F9-075E-1C7E6B119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451" y="1352492"/>
            <a:ext cx="4665540" cy="1143000"/>
          </a:xfrm>
        </p:spPr>
        <p:txBody>
          <a:bodyPr anchor="t">
            <a:normAutofit/>
          </a:bodyPr>
          <a:lstStyle/>
          <a:p>
            <a:r>
              <a:rPr lang="en-US" dirty="0"/>
              <a:t>Business Viewpoint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2713E66-598D-4B8A-9D2A-67C7AF46EF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5673" y="979075"/>
            <a:ext cx="0" cy="507492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78C7A-BC67-ADB8-D09C-2CE0918A0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454" y="2662356"/>
            <a:ext cx="4665546" cy="305791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400" dirty="0"/>
              <a:t>Shifts from one-time revenue to steady monthly income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Major content investments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Customers pay for access not ownership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Location restrictions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Studios pulling and cancelling shows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Strong Competition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Investors push price increases and ad-supported tiers</a:t>
            </a:r>
          </a:p>
        </p:txBody>
      </p:sp>
    </p:spTree>
    <p:extLst>
      <p:ext uri="{BB962C8B-B14F-4D97-AF65-F5344CB8AC3E}">
        <p14:creationId xmlns:p14="http://schemas.microsoft.com/office/powerpoint/2010/main" val="3980314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92E938-DC90-BAA9-8650-8D37CFFBB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n-US" dirty="0"/>
              <a:t>Societal Viewpoint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DAF439F-FCAE-04FE-1B2A-6782BCAD02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9187540"/>
              </p:ext>
            </p:extLst>
          </p:nvPr>
        </p:nvGraphicFramePr>
        <p:xfrm>
          <a:off x="640079" y="2559050"/>
          <a:ext cx="10890929" cy="373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2291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7C411-779F-31F0-4387-06E490014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Ethical Considerations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765A9EB-D23F-16FA-86CB-D0467D94C4D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0080" y="2633472"/>
          <a:ext cx="10890928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37533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D9A4A9-00E0-5694-C1DC-675794C08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6564" y="1249217"/>
            <a:ext cx="8298873" cy="225828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/>
              <a:t>Thank you for listening!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E87B6-0E86-7F3D-F203-6D3508E39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6564" y="4490100"/>
            <a:ext cx="8298873" cy="128284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400" b="1" cap="all" spc="300"/>
              <a:t>Any questions?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E10C1D6-7EDE-467F-89EA-E0244EB623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30240" y="4290504"/>
            <a:ext cx="73152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4577336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333</Words>
  <Application>Microsoft Macintosh PowerPoint</Application>
  <PresentationFormat>Widescreen</PresentationFormat>
  <Paragraphs>59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Grandview Display</vt:lpstr>
      <vt:lpstr>DashVTI</vt:lpstr>
      <vt:lpstr>Transition from Physical Media to Streaming</vt:lpstr>
      <vt:lpstr>What our project is about:</vt:lpstr>
      <vt:lpstr>Historical Timeline</vt:lpstr>
      <vt:lpstr>Physical Era</vt:lpstr>
      <vt:lpstr>Transitional Period</vt:lpstr>
      <vt:lpstr>Streaming Era</vt:lpstr>
      <vt:lpstr>Business Viewpoint</vt:lpstr>
      <vt:lpstr>Societal Viewpoint</vt:lpstr>
      <vt:lpstr>Ethical Considerations</vt:lpstr>
      <vt:lpstr>Thank you for listening!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A00021774 Cezary Janus</dc:creator>
  <cp:lastModifiedBy>A00021774 Cezary Janus</cp:lastModifiedBy>
  <cp:revision>2</cp:revision>
  <dcterms:created xsi:type="dcterms:W3CDTF">2025-11-26T13:47:17Z</dcterms:created>
  <dcterms:modified xsi:type="dcterms:W3CDTF">2025-11-27T23:45:00Z</dcterms:modified>
</cp:coreProperties>
</file>